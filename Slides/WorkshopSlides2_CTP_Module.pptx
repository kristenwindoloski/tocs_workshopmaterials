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66" r:id="rId5"/>
    <p:sldId id="449" r:id="rId6"/>
    <p:sldId id="258" r:id="rId7"/>
    <p:sldId id="344" r:id="rId8"/>
    <p:sldId id="358" r:id="rId9"/>
    <p:sldId id="397" r:id="rId10"/>
    <p:sldId id="377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95" r:id="rId19"/>
    <p:sldId id="352" r:id="rId20"/>
    <p:sldId id="406" r:id="rId21"/>
    <p:sldId id="439" r:id="rId22"/>
    <p:sldId id="440" r:id="rId23"/>
    <p:sldId id="441" r:id="rId24"/>
    <p:sldId id="448" r:id="rId25"/>
    <p:sldId id="447" r:id="rId26"/>
    <p:sldId id="442" r:id="rId27"/>
    <p:sldId id="443" r:id="rId28"/>
    <p:sldId id="444" r:id="rId29"/>
    <p:sldId id="446" r:id="rId30"/>
    <p:sldId id="438" r:id="rId31"/>
    <p:sldId id="420" r:id="rId32"/>
    <p:sldId id="33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y Hendrickson" initials="GH" lastIdx="2" clrIdx="0">
    <p:extLst>
      <p:ext uri="{19B8F6BF-5375-455C-9EA6-DF929625EA0E}">
        <p15:presenceInfo xmlns:p15="http://schemas.microsoft.com/office/powerpoint/2012/main" userId="Guy Hendricks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4C1"/>
    <a:srgbClr val="C1FFC2"/>
    <a:srgbClr val="E0FBC5"/>
    <a:srgbClr val="00C400"/>
    <a:srgbClr val="008000"/>
    <a:srgbClr val="FF9999"/>
    <a:srgbClr val="FF5050"/>
    <a:srgbClr val="FFFFCC"/>
    <a:srgbClr val="CCECFF"/>
    <a:srgbClr val="007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1D0342-250A-48D7-A411-E6563F7BDF8B}" v="5" dt="2025-12-01T16:43:43.4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6" autoAdjust="0"/>
    <p:restoredTop sz="94737" autoAdjust="0"/>
  </p:normalViewPr>
  <p:slideViewPr>
    <p:cSldViewPr snapToGrid="0" snapToObjects="1">
      <p:cViewPr varScale="1">
        <p:scale>
          <a:sx n="78" d="100"/>
          <a:sy n="78" d="100"/>
        </p:scale>
        <p:origin x="1123" y="62"/>
      </p:cViewPr>
      <p:guideLst/>
    </p:cSldViewPr>
  </p:slideViewPr>
  <p:outlineViewPr>
    <p:cViewPr>
      <p:scale>
        <a:sx n="33" d="100"/>
        <a:sy n="33" d="100"/>
      </p:scale>
      <p:origin x="0" y="-402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, Kristen *" userId="a38f7ebc-66e0-4d8c-90e8-f6a5746f45c0" providerId="ADAL" clId="{F81B6161-871A-479F-BB9E-D917F3DB980B}"/>
    <pc:docChg chg="undo redo custSel addSld delSld modSld sldOrd">
      <pc:chgData name="Leonard, Kristen *" userId="a38f7ebc-66e0-4d8c-90e8-f6a5746f45c0" providerId="ADAL" clId="{F81B6161-871A-479F-BB9E-D917F3DB980B}" dt="2025-09-24T12:42:26.815" v="32125" actId="47"/>
      <pc:docMkLst>
        <pc:docMk/>
      </pc:docMkLst>
      <pc:sldChg chg="modSp mod">
        <pc:chgData name="Leonard, Kristen *" userId="a38f7ebc-66e0-4d8c-90e8-f6a5746f45c0" providerId="ADAL" clId="{F81B6161-871A-479F-BB9E-D917F3DB980B}" dt="2025-08-20T20:06:29.286" v="233" actId="20577"/>
        <pc:sldMkLst>
          <pc:docMk/>
          <pc:sldMk cId="1277333183" sldId="258"/>
        </pc:sldMkLst>
      </pc:sldChg>
      <pc:sldChg chg="addSp delSp modSp mod ord">
        <pc:chgData name="Leonard, Kristen *" userId="a38f7ebc-66e0-4d8c-90e8-f6a5746f45c0" providerId="ADAL" clId="{F81B6161-871A-479F-BB9E-D917F3DB980B}" dt="2025-09-04T18:54:36.809" v="10440" actId="1076"/>
        <pc:sldMkLst>
          <pc:docMk/>
          <pc:sldMk cId="4193795167" sldId="259"/>
        </pc:sldMkLst>
      </pc:sldChg>
      <pc:sldChg chg="del">
        <pc:chgData name="Leonard, Kristen *" userId="a38f7ebc-66e0-4d8c-90e8-f6a5746f45c0" providerId="ADAL" clId="{F81B6161-871A-479F-BB9E-D917F3DB980B}" dt="2025-08-25T18:21:10.278" v="4217" actId="47"/>
        <pc:sldMkLst>
          <pc:docMk/>
          <pc:sldMk cId="1489593747" sldId="260"/>
        </pc:sldMkLst>
      </pc:sldChg>
      <pc:sldChg chg="del">
        <pc:chgData name="Leonard, Kristen *" userId="a38f7ebc-66e0-4d8c-90e8-f6a5746f45c0" providerId="ADAL" clId="{F81B6161-871A-479F-BB9E-D917F3DB980B}" dt="2025-08-20T20:01:55.378" v="47" actId="47"/>
        <pc:sldMkLst>
          <pc:docMk/>
          <pc:sldMk cId="587253550" sldId="261"/>
        </pc:sldMkLst>
      </pc:sldChg>
      <pc:sldChg chg="del">
        <pc:chgData name="Leonard, Kristen *" userId="a38f7ebc-66e0-4d8c-90e8-f6a5746f45c0" providerId="ADAL" clId="{F81B6161-871A-479F-BB9E-D917F3DB980B}" dt="2025-08-20T20:01:48.144" v="46" actId="47"/>
        <pc:sldMkLst>
          <pc:docMk/>
          <pc:sldMk cId="1803431844" sldId="262"/>
        </pc:sldMkLst>
      </pc:sldChg>
      <pc:sldChg chg="del">
        <pc:chgData name="Leonard, Kristen *" userId="a38f7ebc-66e0-4d8c-90e8-f6a5746f45c0" providerId="ADAL" clId="{F81B6161-871A-479F-BB9E-D917F3DB980B}" dt="2025-08-20T20:01:41.333" v="45" actId="47"/>
        <pc:sldMkLst>
          <pc:docMk/>
          <pc:sldMk cId="2727179669" sldId="264"/>
        </pc:sldMkLst>
      </pc:sldChg>
      <pc:sldChg chg="addSp delSp modSp mod ord">
        <pc:chgData name="Leonard, Kristen *" userId="a38f7ebc-66e0-4d8c-90e8-f6a5746f45c0" providerId="ADAL" clId="{F81B6161-871A-479F-BB9E-D917F3DB980B}" dt="2025-09-05T13:44:05.006" v="14073" actId="1076"/>
        <pc:sldMkLst>
          <pc:docMk/>
          <pc:sldMk cId="867419858" sldId="265"/>
        </pc:sldMkLst>
      </pc:sldChg>
      <pc:sldChg chg="addSp delSp modSp mod">
        <pc:chgData name="Leonard, Kristen *" userId="a38f7ebc-66e0-4d8c-90e8-f6a5746f45c0" providerId="ADAL" clId="{F81B6161-871A-479F-BB9E-D917F3DB980B}" dt="2025-08-20T18:50:06.069" v="44" actId="478"/>
        <pc:sldMkLst>
          <pc:docMk/>
          <pc:sldMk cId="1212912157" sldId="266"/>
        </pc:sldMkLst>
      </pc:sldChg>
      <pc:sldChg chg="del">
        <pc:chgData name="Leonard, Kristen *" userId="a38f7ebc-66e0-4d8c-90e8-f6a5746f45c0" providerId="ADAL" clId="{F81B6161-871A-479F-BB9E-D917F3DB980B}" dt="2025-08-25T18:21:09.173" v="4215" actId="47"/>
        <pc:sldMkLst>
          <pc:docMk/>
          <pc:sldMk cId="1848918111" sldId="327"/>
        </pc:sldMkLst>
      </pc:sldChg>
      <pc:sldChg chg="del">
        <pc:chgData name="Leonard, Kristen *" userId="a38f7ebc-66e0-4d8c-90e8-f6a5746f45c0" providerId="ADAL" clId="{F81B6161-871A-479F-BB9E-D917F3DB980B}" dt="2025-08-25T18:21:08.773" v="4214" actId="47"/>
        <pc:sldMkLst>
          <pc:docMk/>
          <pc:sldMk cId="349773904" sldId="328"/>
        </pc:sldMkLst>
      </pc:sldChg>
      <pc:sldChg chg="del">
        <pc:chgData name="Leonard, Kristen *" userId="a38f7ebc-66e0-4d8c-90e8-f6a5746f45c0" providerId="ADAL" clId="{F81B6161-871A-479F-BB9E-D917F3DB980B}" dt="2025-08-20T20:02:41.100" v="48" actId="47"/>
        <pc:sldMkLst>
          <pc:docMk/>
          <pc:sldMk cId="4100146338" sldId="329"/>
        </pc:sldMkLst>
      </pc:sldChg>
      <pc:sldChg chg="del">
        <pc:chgData name="Leonard, Kristen *" userId="a38f7ebc-66e0-4d8c-90e8-f6a5746f45c0" providerId="ADAL" clId="{F81B6161-871A-479F-BB9E-D917F3DB980B}" dt="2025-08-25T18:21:07.957" v="4213" actId="47"/>
        <pc:sldMkLst>
          <pc:docMk/>
          <pc:sldMk cId="1117837745" sldId="330"/>
        </pc:sldMkLst>
      </pc:sldChg>
      <pc:sldChg chg="del">
        <pc:chgData name="Leonard, Kristen *" userId="a38f7ebc-66e0-4d8c-90e8-f6a5746f45c0" providerId="ADAL" clId="{F81B6161-871A-479F-BB9E-D917F3DB980B}" dt="2025-08-25T18:21:09.607" v="4216" actId="47"/>
        <pc:sldMkLst>
          <pc:docMk/>
          <pc:sldMk cId="390694795" sldId="331"/>
        </pc:sldMkLst>
      </pc:sldChg>
      <pc:sldChg chg="modSp mod">
        <pc:chgData name="Leonard, Kristen *" userId="a38f7ebc-66e0-4d8c-90e8-f6a5746f45c0" providerId="ADAL" clId="{F81B6161-871A-479F-BB9E-D917F3DB980B}" dt="2025-09-04T18:53:52.323" v="10437" actId="20577"/>
        <pc:sldMkLst>
          <pc:docMk/>
          <pc:sldMk cId="2369739803" sldId="332"/>
        </pc:sldMkLst>
      </pc:sldChg>
      <pc:sldChg chg="modSp add mod">
        <pc:chgData name="Leonard, Kristen *" userId="a38f7ebc-66e0-4d8c-90e8-f6a5746f45c0" providerId="ADAL" clId="{F81B6161-871A-479F-BB9E-D917F3DB980B}" dt="2025-09-22T13:41:46.450" v="24570" actId="20577"/>
        <pc:sldMkLst>
          <pc:docMk/>
          <pc:sldMk cId="2491109162" sldId="333"/>
        </pc:sldMkLst>
      </pc:sldChg>
      <pc:sldChg chg="modSp add del mod modShow">
        <pc:chgData name="Leonard, Kristen *" userId="a38f7ebc-66e0-4d8c-90e8-f6a5746f45c0" providerId="ADAL" clId="{F81B6161-871A-479F-BB9E-D917F3DB980B}" dt="2025-09-24T12:42:03.630" v="32090" actId="47"/>
        <pc:sldMkLst>
          <pc:docMk/>
          <pc:sldMk cId="3210184432" sldId="334"/>
        </pc:sldMkLst>
      </pc:sldChg>
      <pc:sldChg chg="modSp add mod">
        <pc:chgData name="Leonard, Kristen *" userId="a38f7ebc-66e0-4d8c-90e8-f6a5746f45c0" providerId="ADAL" clId="{F81B6161-871A-479F-BB9E-D917F3DB980B}" dt="2025-09-22T13:42:19.116" v="24599" actId="20577"/>
        <pc:sldMkLst>
          <pc:docMk/>
          <pc:sldMk cId="2666647936" sldId="335"/>
        </pc:sldMkLst>
      </pc:sldChg>
      <pc:sldChg chg="addSp delSp modSp add mod ord">
        <pc:chgData name="Leonard, Kristen *" userId="a38f7ebc-66e0-4d8c-90e8-f6a5746f45c0" providerId="ADAL" clId="{F81B6161-871A-479F-BB9E-D917F3DB980B}" dt="2025-09-19T20:05:38.675" v="23625" actId="1076"/>
        <pc:sldMkLst>
          <pc:docMk/>
          <pc:sldMk cId="607472812" sldId="336"/>
        </pc:sldMkLst>
      </pc:sldChg>
      <pc:sldChg chg="addSp delSp modSp add mod ord">
        <pc:chgData name="Leonard, Kristen *" userId="a38f7ebc-66e0-4d8c-90e8-f6a5746f45c0" providerId="ADAL" clId="{F81B6161-871A-479F-BB9E-D917F3DB980B}" dt="2025-09-05T13:04:09.264" v="13790" actId="1076"/>
        <pc:sldMkLst>
          <pc:docMk/>
          <pc:sldMk cId="3939783740" sldId="337"/>
        </pc:sldMkLst>
      </pc:sldChg>
      <pc:sldChg chg="modSp new del mod">
        <pc:chgData name="Leonard, Kristen *" userId="a38f7ebc-66e0-4d8c-90e8-f6a5746f45c0" providerId="ADAL" clId="{F81B6161-871A-479F-BB9E-D917F3DB980B}" dt="2025-08-21T19:33:13.583" v="3776" actId="47"/>
        <pc:sldMkLst>
          <pc:docMk/>
          <pc:sldMk cId="105732952" sldId="338"/>
        </pc:sldMkLst>
      </pc:sldChg>
      <pc:sldChg chg="addSp delSp modSp new mod ord">
        <pc:chgData name="Leonard, Kristen *" userId="a38f7ebc-66e0-4d8c-90e8-f6a5746f45c0" providerId="ADAL" clId="{F81B6161-871A-479F-BB9E-D917F3DB980B}" dt="2025-09-04T19:02:15.755" v="10500"/>
        <pc:sldMkLst>
          <pc:docMk/>
          <pc:sldMk cId="3244165834" sldId="338"/>
        </pc:sldMkLst>
      </pc:sldChg>
      <pc:sldChg chg="add del">
        <pc:chgData name="Leonard, Kristen *" userId="a38f7ebc-66e0-4d8c-90e8-f6a5746f45c0" providerId="ADAL" clId="{F81B6161-871A-479F-BB9E-D917F3DB980B}" dt="2025-08-21T18:12:42.958" v="2556" actId="47"/>
        <pc:sldMkLst>
          <pc:docMk/>
          <pc:sldMk cId="3939230760" sldId="338"/>
        </pc:sldMkLst>
      </pc:sldChg>
      <pc:sldChg chg="addSp delSp modSp new del mod">
        <pc:chgData name="Leonard, Kristen *" userId="a38f7ebc-66e0-4d8c-90e8-f6a5746f45c0" providerId="ADAL" clId="{F81B6161-871A-479F-BB9E-D917F3DB980B}" dt="2025-08-25T16:04:21.228" v="3991" actId="47"/>
        <pc:sldMkLst>
          <pc:docMk/>
          <pc:sldMk cId="151449026" sldId="339"/>
        </pc:sldMkLst>
      </pc:sldChg>
      <pc:sldChg chg="addSp delSp modSp add del mod">
        <pc:chgData name="Leonard, Kristen *" userId="a38f7ebc-66e0-4d8c-90e8-f6a5746f45c0" providerId="ADAL" clId="{F81B6161-871A-479F-BB9E-D917F3DB980B}" dt="2025-08-22T20:43:40.287" v="3870" actId="47"/>
        <pc:sldMkLst>
          <pc:docMk/>
          <pc:sldMk cId="217556700" sldId="339"/>
        </pc:sldMkLst>
      </pc:sldChg>
      <pc:sldChg chg="addSp delSp modSp add mod ord">
        <pc:chgData name="Leonard, Kristen *" userId="a38f7ebc-66e0-4d8c-90e8-f6a5746f45c0" providerId="ADAL" clId="{F81B6161-871A-479F-BB9E-D917F3DB980B}" dt="2025-09-04T19:02:27.660" v="10502"/>
        <pc:sldMkLst>
          <pc:docMk/>
          <pc:sldMk cId="541694869" sldId="340"/>
        </pc:sldMkLst>
      </pc:sldChg>
      <pc:sldChg chg="addSp modSp add mod ord">
        <pc:chgData name="Leonard, Kristen *" userId="a38f7ebc-66e0-4d8c-90e8-f6a5746f45c0" providerId="ADAL" clId="{F81B6161-871A-479F-BB9E-D917F3DB980B}" dt="2025-09-04T19:02:33.484" v="10504"/>
        <pc:sldMkLst>
          <pc:docMk/>
          <pc:sldMk cId="785801510" sldId="341"/>
        </pc:sldMkLst>
      </pc:sldChg>
      <pc:sldChg chg="addSp delSp modSp new del mod ord modShow">
        <pc:chgData name="Leonard, Kristen *" userId="a38f7ebc-66e0-4d8c-90e8-f6a5746f45c0" providerId="ADAL" clId="{F81B6161-871A-479F-BB9E-D917F3DB980B}" dt="2025-09-24T12:42:26.815" v="32125" actId="47"/>
        <pc:sldMkLst>
          <pc:docMk/>
          <pc:sldMk cId="258670119" sldId="342"/>
        </pc:sldMkLst>
      </pc:sldChg>
      <pc:sldChg chg="addSp delSp modSp add del mod ord modShow">
        <pc:chgData name="Leonard, Kristen *" userId="a38f7ebc-66e0-4d8c-90e8-f6a5746f45c0" providerId="ADAL" clId="{F81B6161-871A-479F-BB9E-D917F3DB980B}" dt="2025-09-24T12:42:25.869" v="32124" actId="47"/>
        <pc:sldMkLst>
          <pc:docMk/>
          <pc:sldMk cId="1069125256" sldId="343"/>
        </pc:sldMkLst>
      </pc:sldChg>
      <pc:sldChg chg="addSp delSp modSp new mod">
        <pc:chgData name="Leonard, Kristen *" userId="a38f7ebc-66e0-4d8c-90e8-f6a5746f45c0" providerId="ADAL" clId="{F81B6161-871A-479F-BB9E-D917F3DB980B}" dt="2025-09-22T15:57:40.748" v="26895" actId="1076"/>
        <pc:sldMkLst>
          <pc:docMk/>
          <pc:sldMk cId="993665575" sldId="344"/>
        </pc:sldMkLst>
      </pc:sldChg>
      <pc:sldChg chg="addSp delSp modSp new mod">
        <pc:chgData name="Leonard, Kristen *" userId="a38f7ebc-66e0-4d8c-90e8-f6a5746f45c0" providerId="ADAL" clId="{F81B6161-871A-479F-BB9E-D917F3DB980B}" dt="2025-09-22T13:40:48.992" v="24568" actId="1076"/>
        <pc:sldMkLst>
          <pc:docMk/>
          <pc:sldMk cId="3167956646" sldId="345"/>
        </pc:sldMkLst>
      </pc:sldChg>
      <pc:sldChg chg="addSp delSp modSp add mod">
        <pc:chgData name="Leonard, Kristen *" userId="a38f7ebc-66e0-4d8c-90e8-f6a5746f45c0" providerId="ADAL" clId="{F81B6161-871A-479F-BB9E-D917F3DB980B}" dt="2025-09-05T20:47:34.245" v="19138" actId="208"/>
        <pc:sldMkLst>
          <pc:docMk/>
          <pc:sldMk cId="1843051672" sldId="346"/>
        </pc:sldMkLst>
      </pc:sldChg>
      <pc:sldChg chg="addSp delSp modSp add mod">
        <pc:chgData name="Leonard, Kristen *" userId="a38f7ebc-66e0-4d8c-90e8-f6a5746f45c0" providerId="ADAL" clId="{F81B6161-871A-479F-BB9E-D917F3DB980B}" dt="2025-09-05T20:48:05.374" v="19146" actId="1076"/>
        <pc:sldMkLst>
          <pc:docMk/>
          <pc:sldMk cId="3225470853" sldId="347"/>
        </pc:sldMkLst>
      </pc:sldChg>
      <pc:sldChg chg="addSp delSp modSp add mod">
        <pc:chgData name="Leonard, Kristen *" userId="a38f7ebc-66e0-4d8c-90e8-f6a5746f45c0" providerId="ADAL" clId="{F81B6161-871A-479F-BB9E-D917F3DB980B}" dt="2025-09-05T20:48:35.012" v="19151" actId="1076"/>
        <pc:sldMkLst>
          <pc:docMk/>
          <pc:sldMk cId="2597885920" sldId="348"/>
        </pc:sldMkLst>
      </pc:sldChg>
      <pc:sldChg chg="addSp delSp modSp add mod">
        <pc:chgData name="Leonard, Kristen *" userId="a38f7ebc-66e0-4d8c-90e8-f6a5746f45c0" providerId="ADAL" clId="{F81B6161-871A-479F-BB9E-D917F3DB980B}" dt="2025-09-05T20:48:51.836" v="19156" actId="1076"/>
        <pc:sldMkLst>
          <pc:docMk/>
          <pc:sldMk cId="3421008357" sldId="349"/>
        </pc:sldMkLst>
      </pc:sldChg>
      <pc:sldChg chg="addSp delSp modSp add mod">
        <pc:chgData name="Leonard, Kristen *" userId="a38f7ebc-66e0-4d8c-90e8-f6a5746f45c0" providerId="ADAL" clId="{F81B6161-871A-479F-BB9E-D917F3DB980B}" dt="2025-09-05T20:49:09.318" v="19162" actId="208"/>
        <pc:sldMkLst>
          <pc:docMk/>
          <pc:sldMk cId="2418435708" sldId="350"/>
        </pc:sldMkLst>
      </pc:sldChg>
      <pc:sldChg chg="addSp delSp modSp add mod">
        <pc:chgData name="Leonard, Kristen *" userId="a38f7ebc-66e0-4d8c-90e8-f6a5746f45c0" providerId="ADAL" clId="{F81B6161-871A-479F-BB9E-D917F3DB980B}" dt="2025-09-05T20:49:38.064" v="19169" actId="208"/>
        <pc:sldMkLst>
          <pc:docMk/>
          <pc:sldMk cId="1980602574" sldId="351"/>
        </pc:sldMkLst>
      </pc:sldChg>
      <pc:sldChg chg="addSp delSp modSp add mod">
        <pc:chgData name="Leonard, Kristen *" userId="a38f7ebc-66e0-4d8c-90e8-f6a5746f45c0" providerId="ADAL" clId="{F81B6161-871A-479F-BB9E-D917F3DB980B}" dt="2025-09-05T20:53:44.461" v="19191" actId="1076"/>
        <pc:sldMkLst>
          <pc:docMk/>
          <pc:sldMk cId="679713910" sldId="352"/>
        </pc:sldMkLst>
      </pc:sldChg>
      <pc:sldChg chg="modSp add del mod">
        <pc:chgData name="Leonard, Kristen *" userId="a38f7ebc-66e0-4d8c-90e8-f6a5746f45c0" providerId="ADAL" clId="{F81B6161-871A-479F-BB9E-D917F3DB980B}" dt="2025-09-22T15:27:23.807" v="26484" actId="47"/>
        <pc:sldMkLst>
          <pc:docMk/>
          <pc:sldMk cId="4178655486" sldId="353"/>
        </pc:sldMkLst>
      </pc:sldChg>
      <pc:sldChg chg="add">
        <pc:chgData name="Leonard, Kristen *" userId="a38f7ebc-66e0-4d8c-90e8-f6a5746f45c0" providerId="ADAL" clId="{F81B6161-871A-479F-BB9E-D917F3DB980B}" dt="2025-09-03T15:04:04.434" v="6772"/>
        <pc:sldMkLst>
          <pc:docMk/>
          <pc:sldMk cId="3601192331" sldId="354"/>
        </pc:sldMkLst>
      </pc:sldChg>
      <pc:sldChg chg="addSp delSp modSp new mod">
        <pc:chgData name="Leonard, Kristen *" userId="a38f7ebc-66e0-4d8c-90e8-f6a5746f45c0" providerId="ADAL" clId="{F81B6161-871A-479F-BB9E-D917F3DB980B}" dt="2025-09-23T13:00:52.765" v="28721" actId="1076"/>
        <pc:sldMkLst>
          <pc:docMk/>
          <pc:sldMk cId="3747169279" sldId="355"/>
        </pc:sldMkLst>
      </pc:sldChg>
      <pc:sldChg chg="modSp new del mod">
        <pc:chgData name="Leonard, Kristen *" userId="a38f7ebc-66e0-4d8c-90e8-f6a5746f45c0" providerId="ADAL" clId="{F81B6161-871A-479F-BB9E-D917F3DB980B}" dt="2025-09-05T12:14:27.885" v="12702" actId="47"/>
        <pc:sldMkLst>
          <pc:docMk/>
          <pc:sldMk cId="4122362744" sldId="356"/>
        </pc:sldMkLst>
      </pc:sldChg>
      <pc:sldChg chg="addSp modSp new mod ord">
        <pc:chgData name="Leonard, Kristen *" userId="a38f7ebc-66e0-4d8c-90e8-f6a5746f45c0" providerId="ADAL" clId="{F81B6161-871A-479F-BB9E-D917F3DB980B}" dt="2025-09-05T13:19:53.605" v="13980" actId="1076"/>
        <pc:sldMkLst>
          <pc:docMk/>
          <pc:sldMk cId="3893894069" sldId="357"/>
        </pc:sldMkLst>
      </pc:sldChg>
      <pc:sldChg chg="addSp delSp modSp new mod ord">
        <pc:chgData name="Leonard, Kristen *" userId="a38f7ebc-66e0-4d8c-90e8-f6a5746f45c0" providerId="ADAL" clId="{F81B6161-871A-479F-BB9E-D917F3DB980B}" dt="2025-09-22T15:56:57.880" v="26890" actId="1076"/>
        <pc:sldMkLst>
          <pc:docMk/>
          <pc:sldMk cId="763041387" sldId="358"/>
        </pc:sldMkLst>
      </pc:sldChg>
      <pc:sldChg chg="addSp delSp modSp new mod ord">
        <pc:chgData name="Leonard, Kristen *" userId="a38f7ebc-66e0-4d8c-90e8-f6a5746f45c0" providerId="ADAL" clId="{F81B6161-871A-479F-BB9E-D917F3DB980B}" dt="2025-09-04T19:13:33.964" v="10924"/>
        <pc:sldMkLst>
          <pc:docMk/>
          <pc:sldMk cId="4290458193" sldId="359"/>
        </pc:sldMkLst>
      </pc:sldChg>
      <pc:sldChg chg="delSp modSp new del mod">
        <pc:chgData name="Leonard, Kristen *" userId="a38f7ebc-66e0-4d8c-90e8-f6a5746f45c0" providerId="ADAL" clId="{F81B6161-871A-479F-BB9E-D917F3DB980B}" dt="2025-09-03T16:35:52.273" v="8044" actId="2696"/>
        <pc:sldMkLst>
          <pc:docMk/>
          <pc:sldMk cId="1571362272" sldId="360"/>
        </pc:sldMkLst>
      </pc:sldChg>
      <pc:sldChg chg="addSp delSp modSp new mod">
        <pc:chgData name="Leonard, Kristen *" userId="a38f7ebc-66e0-4d8c-90e8-f6a5746f45c0" providerId="ADAL" clId="{F81B6161-871A-479F-BB9E-D917F3DB980B}" dt="2025-09-03T18:15:39.389" v="8438" actId="20577"/>
        <pc:sldMkLst>
          <pc:docMk/>
          <pc:sldMk cId="3656257976" sldId="360"/>
        </pc:sldMkLst>
      </pc:sldChg>
      <pc:sldChg chg="addSp delSp modSp add mod ord">
        <pc:chgData name="Leonard, Kristen *" userId="a38f7ebc-66e0-4d8c-90e8-f6a5746f45c0" providerId="ADAL" clId="{F81B6161-871A-479F-BB9E-D917F3DB980B}" dt="2025-09-04T19:11:35.860" v="10916" actId="20577"/>
        <pc:sldMkLst>
          <pc:docMk/>
          <pc:sldMk cId="18214012" sldId="361"/>
        </pc:sldMkLst>
      </pc:sldChg>
      <pc:sldChg chg="addSp delSp modSp add mod ord">
        <pc:chgData name="Leonard, Kristen *" userId="a38f7ebc-66e0-4d8c-90e8-f6a5746f45c0" providerId="ADAL" clId="{F81B6161-871A-479F-BB9E-D917F3DB980B}" dt="2025-09-04T13:35:20.938" v="9916" actId="207"/>
        <pc:sldMkLst>
          <pc:docMk/>
          <pc:sldMk cId="3150293629" sldId="362"/>
        </pc:sldMkLst>
      </pc:sldChg>
      <pc:sldChg chg="addSp delSp modSp add mod">
        <pc:chgData name="Leonard, Kristen *" userId="a38f7ebc-66e0-4d8c-90e8-f6a5746f45c0" providerId="ADAL" clId="{F81B6161-871A-479F-BB9E-D917F3DB980B}" dt="2025-09-15T12:33:34.146" v="19197" actId="14100"/>
        <pc:sldMkLst>
          <pc:docMk/>
          <pc:sldMk cId="2005596163" sldId="363"/>
        </pc:sldMkLst>
      </pc:sldChg>
      <pc:sldChg chg="delSp modSp new del mod">
        <pc:chgData name="Leonard, Kristen *" userId="a38f7ebc-66e0-4d8c-90e8-f6a5746f45c0" providerId="ADAL" clId="{F81B6161-871A-479F-BB9E-D917F3DB980B}" dt="2025-09-04T14:22:34.549" v="10138" actId="47"/>
        <pc:sldMkLst>
          <pc:docMk/>
          <pc:sldMk cId="2913477804" sldId="364"/>
        </pc:sldMkLst>
      </pc:sldChg>
      <pc:sldChg chg="addSp delSp modSp new mod">
        <pc:chgData name="Leonard, Kristen *" userId="a38f7ebc-66e0-4d8c-90e8-f6a5746f45c0" providerId="ADAL" clId="{F81B6161-871A-479F-BB9E-D917F3DB980B}" dt="2025-09-04T19:45:22.752" v="11463" actId="1076"/>
        <pc:sldMkLst>
          <pc:docMk/>
          <pc:sldMk cId="3896259668" sldId="365"/>
        </pc:sldMkLst>
      </pc:sldChg>
      <pc:sldChg chg="modSp new mod">
        <pc:chgData name="Leonard, Kristen *" userId="a38f7ebc-66e0-4d8c-90e8-f6a5746f45c0" providerId="ADAL" clId="{F81B6161-871A-479F-BB9E-D917F3DB980B}" dt="2025-09-19T20:27:25.093" v="23811" actId="20577"/>
        <pc:sldMkLst>
          <pc:docMk/>
          <pc:sldMk cId="1532055688" sldId="366"/>
        </pc:sldMkLst>
      </pc:sldChg>
      <pc:sldChg chg="modSp new mod">
        <pc:chgData name="Leonard, Kristen *" userId="a38f7ebc-66e0-4d8c-90e8-f6a5746f45c0" providerId="ADAL" clId="{F81B6161-871A-479F-BB9E-D917F3DB980B}" dt="2025-09-19T20:29:28.603" v="23817" actId="12"/>
        <pc:sldMkLst>
          <pc:docMk/>
          <pc:sldMk cId="3834200009" sldId="367"/>
        </pc:sldMkLst>
      </pc:sldChg>
      <pc:sldChg chg="delSp modSp new mod ord">
        <pc:chgData name="Leonard, Kristen *" userId="a38f7ebc-66e0-4d8c-90e8-f6a5746f45c0" providerId="ADAL" clId="{F81B6161-871A-479F-BB9E-D917F3DB980B}" dt="2025-09-19T15:37:08.799" v="23252" actId="20577"/>
        <pc:sldMkLst>
          <pc:docMk/>
          <pc:sldMk cId="2360413972" sldId="368"/>
        </pc:sldMkLst>
      </pc:sldChg>
      <pc:sldChg chg="modSp add mod">
        <pc:chgData name="Leonard, Kristen *" userId="a38f7ebc-66e0-4d8c-90e8-f6a5746f45c0" providerId="ADAL" clId="{F81B6161-871A-479F-BB9E-D917F3DB980B}" dt="2025-09-04T19:11:24.176" v="10901" actId="20577"/>
        <pc:sldMkLst>
          <pc:docMk/>
          <pc:sldMk cId="4047529475" sldId="369"/>
        </pc:sldMkLst>
      </pc:sldChg>
      <pc:sldChg chg="addSp delSp modSp new del mod">
        <pc:chgData name="Leonard, Kristen *" userId="a38f7ebc-66e0-4d8c-90e8-f6a5746f45c0" providerId="ADAL" clId="{F81B6161-871A-479F-BB9E-D917F3DB980B}" dt="2025-09-15T12:27:37.193" v="19192" actId="47"/>
        <pc:sldMkLst>
          <pc:docMk/>
          <pc:sldMk cId="3096994489" sldId="370"/>
        </pc:sldMkLst>
      </pc:sldChg>
      <pc:sldChg chg="addSp delSp modSp new mod">
        <pc:chgData name="Leonard, Kristen *" userId="a38f7ebc-66e0-4d8c-90e8-f6a5746f45c0" providerId="ADAL" clId="{F81B6161-871A-479F-BB9E-D917F3DB980B}" dt="2025-09-05T13:02:22.303" v="13787" actId="1076"/>
        <pc:sldMkLst>
          <pc:docMk/>
          <pc:sldMk cId="1860739860" sldId="371"/>
        </pc:sldMkLst>
      </pc:sldChg>
      <pc:sldChg chg="addSp delSp modSp new mod">
        <pc:chgData name="Leonard, Kristen *" userId="a38f7ebc-66e0-4d8c-90e8-f6a5746f45c0" providerId="ADAL" clId="{F81B6161-871A-479F-BB9E-D917F3DB980B}" dt="2025-09-23T12:58:00.636" v="28720" actId="1076"/>
        <pc:sldMkLst>
          <pc:docMk/>
          <pc:sldMk cId="1047244289" sldId="372"/>
        </pc:sldMkLst>
      </pc:sldChg>
      <pc:sldChg chg="addSp delSp modSp new mod">
        <pc:chgData name="Leonard, Kristen *" userId="a38f7ebc-66e0-4d8c-90e8-f6a5746f45c0" providerId="ADAL" clId="{F81B6161-871A-479F-BB9E-D917F3DB980B}" dt="2025-09-23T20:48:33.008" v="31483" actId="20577"/>
        <pc:sldMkLst>
          <pc:docMk/>
          <pc:sldMk cId="180645292" sldId="373"/>
        </pc:sldMkLst>
      </pc:sldChg>
      <pc:sldChg chg="addSp delSp modSp new mod">
        <pc:chgData name="Leonard, Kristen *" userId="a38f7ebc-66e0-4d8c-90e8-f6a5746f45c0" providerId="ADAL" clId="{F81B6161-871A-479F-BB9E-D917F3DB980B}" dt="2025-09-19T15:25:04.332" v="23204" actId="20577"/>
        <pc:sldMkLst>
          <pc:docMk/>
          <pc:sldMk cId="3107082568" sldId="374"/>
        </pc:sldMkLst>
      </pc:sldChg>
      <pc:sldChg chg="addSp delSp modSp add mod">
        <pc:chgData name="Leonard, Kristen *" userId="a38f7ebc-66e0-4d8c-90e8-f6a5746f45c0" providerId="ADAL" clId="{F81B6161-871A-479F-BB9E-D917F3DB980B}" dt="2025-09-23T20:42:17.471" v="31392" actId="20577"/>
        <pc:sldMkLst>
          <pc:docMk/>
          <pc:sldMk cId="2705867886" sldId="375"/>
        </pc:sldMkLst>
      </pc:sldChg>
      <pc:sldChg chg="addSp delSp modSp add mod">
        <pc:chgData name="Leonard, Kristen *" userId="a38f7ebc-66e0-4d8c-90e8-f6a5746f45c0" providerId="ADAL" clId="{F81B6161-871A-479F-BB9E-D917F3DB980B}" dt="2025-09-22T12:28:44.247" v="24134" actId="1076"/>
        <pc:sldMkLst>
          <pc:docMk/>
          <pc:sldMk cId="2442079944" sldId="376"/>
        </pc:sldMkLst>
      </pc:sldChg>
      <pc:sldChg chg="addSp delSp modSp new mod">
        <pc:chgData name="Leonard, Kristen *" userId="a38f7ebc-66e0-4d8c-90e8-f6a5746f45c0" providerId="ADAL" clId="{F81B6161-871A-479F-BB9E-D917F3DB980B}" dt="2025-09-05T15:17:03.236" v="15536" actId="554"/>
        <pc:sldMkLst>
          <pc:docMk/>
          <pc:sldMk cId="1465312892" sldId="377"/>
        </pc:sldMkLst>
      </pc:sldChg>
      <pc:sldChg chg="modSp add del mod modShow">
        <pc:chgData name="Leonard, Kristen *" userId="a38f7ebc-66e0-4d8c-90e8-f6a5746f45c0" providerId="ADAL" clId="{F81B6161-871A-479F-BB9E-D917F3DB980B}" dt="2025-09-24T12:42:07.320" v="32094" actId="47"/>
        <pc:sldMkLst>
          <pc:docMk/>
          <pc:sldMk cId="3274144721" sldId="378"/>
        </pc:sldMkLst>
      </pc:sldChg>
      <pc:sldChg chg="modSp add del mod modShow">
        <pc:chgData name="Leonard, Kristen *" userId="a38f7ebc-66e0-4d8c-90e8-f6a5746f45c0" providerId="ADAL" clId="{F81B6161-871A-479F-BB9E-D917F3DB980B}" dt="2025-09-24T12:42:11.841" v="32108" actId="47"/>
        <pc:sldMkLst>
          <pc:docMk/>
          <pc:sldMk cId="3133681096" sldId="379"/>
        </pc:sldMkLst>
      </pc:sldChg>
      <pc:sldChg chg="addSp delSp modSp add mod">
        <pc:chgData name="Leonard, Kristen *" userId="a38f7ebc-66e0-4d8c-90e8-f6a5746f45c0" providerId="ADAL" clId="{F81B6161-871A-479F-BB9E-D917F3DB980B}" dt="2025-09-23T13:29:43.358" v="29233" actId="1076"/>
        <pc:sldMkLst>
          <pc:docMk/>
          <pc:sldMk cId="1939965919" sldId="380"/>
        </pc:sldMkLst>
      </pc:sldChg>
      <pc:sldChg chg="addSp delSp modSp new del mod modShow">
        <pc:chgData name="Leonard, Kristen *" userId="a38f7ebc-66e0-4d8c-90e8-f6a5746f45c0" providerId="ADAL" clId="{F81B6161-871A-479F-BB9E-D917F3DB980B}" dt="2025-09-24T12:42:04.384" v="32091" actId="47"/>
        <pc:sldMkLst>
          <pc:docMk/>
          <pc:sldMk cId="3374023626" sldId="381"/>
        </pc:sldMkLst>
      </pc:sldChg>
      <pc:sldChg chg="addSp modSp add del mod modShow">
        <pc:chgData name="Leonard, Kristen *" userId="a38f7ebc-66e0-4d8c-90e8-f6a5746f45c0" providerId="ADAL" clId="{F81B6161-871A-479F-BB9E-D917F3DB980B}" dt="2025-09-24T12:42:06.747" v="32093" actId="47"/>
        <pc:sldMkLst>
          <pc:docMk/>
          <pc:sldMk cId="2878135933" sldId="382"/>
        </pc:sldMkLst>
      </pc:sldChg>
      <pc:sldChg chg="addSp delSp modSp add del mod modShow">
        <pc:chgData name="Leonard, Kristen *" userId="a38f7ebc-66e0-4d8c-90e8-f6a5746f45c0" providerId="ADAL" clId="{F81B6161-871A-479F-BB9E-D917F3DB980B}" dt="2025-09-24T12:42:11.622" v="32107" actId="47"/>
        <pc:sldMkLst>
          <pc:docMk/>
          <pc:sldMk cId="1050063346" sldId="383"/>
        </pc:sldMkLst>
      </pc:sldChg>
      <pc:sldChg chg="modSp add del mod">
        <pc:chgData name="Leonard, Kristen *" userId="a38f7ebc-66e0-4d8c-90e8-f6a5746f45c0" providerId="ADAL" clId="{F81B6161-871A-479F-BB9E-D917F3DB980B}" dt="2025-09-19T12:38:12.923" v="19543" actId="47"/>
        <pc:sldMkLst>
          <pc:docMk/>
          <pc:sldMk cId="2715311306" sldId="384"/>
        </pc:sldMkLst>
      </pc:sldChg>
      <pc:sldChg chg="addSp modSp add mod">
        <pc:chgData name="Leonard, Kristen *" userId="a38f7ebc-66e0-4d8c-90e8-f6a5746f45c0" providerId="ADAL" clId="{F81B6161-871A-479F-BB9E-D917F3DB980B}" dt="2025-09-05T17:25:49.561" v="16559"/>
        <pc:sldMkLst>
          <pc:docMk/>
          <pc:sldMk cId="651610720" sldId="385"/>
        </pc:sldMkLst>
      </pc:sldChg>
      <pc:sldChg chg="addSp delSp modSp add mod">
        <pc:chgData name="Leonard, Kristen *" userId="a38f7ebc-66e0-4d8c-90e8-f6a5746f45c0" providerId="ADAL" clId="{F81B6161-871A-479F-BB9E-D917F3DB980B}" dt="2025-09-05T18:51:59.193" v="17124" actId="208"/>
        <pc:sldMkLst>
          <pc:docMk/>
          <pc:sldMk cId="1656537245" sldId="386"/>
        </pc:sldMkLst>
      </pc:sldChg>
      <pc:sldChg chg="addSp delSp modSp add mod">
        <pc:chgData name="Leonard, Kristen *" userId="a38f7ebc-66e0-4d8c-90e8-f6a5746f45c0" providerId="ADAL" clId="{F81B6161-871A-479F-BB9E-D917F3DB980B}" dt="2025-09-05T18:51:25.318" v="17123" actId="1035"/>
        <pc:sldMkLst>
          <pc:docMk/>
          <pc:sldMk cId="3356424555" sldId="387"/>
        </pc:sldMkLst>
      </pc:sldChg>
      <pc:sldChg chg="addSp delSp modSp add mod">
        <pc:chgData name="Leonard, Kristen *" userId="a38f7ebc-66e0-4d8c-90e8-f6a5746f45c0" providerId="ADAL" clId="{F81B6161-871A-479F-BB9E-D917F3DB980B}" dt="2025-09-05T18:04:37.068" v="16973" actId="20577"/>
        <pc:sldMkLst>
          <pc:docMk/>
          <pc:sldMk cId="1907066250" sldId="388"/>
        </pc:sldMkLst>
      </pc:sldChg>
      <pc:sldChg chg="addSp delSp modSp add mod">
        <pc:chgData name="Leonard, Kristen *" userId="a38f7ebc-66e0-4d8c-90e8-f6a5746f45c0" providerId="ADAL" clId="{F81B6161-871A-479F-BB9E-D917F3DB980B}" dt="2025-09-05T19:11:33.599" v="17436" actId="1076"/>
        <pc:sldMkLst>
          <pc:docMk/>
          <pc:sldMk cId="3985940848" sldId="389"/>
        </pc:sldMkLst>
      </pc:sldChg>
      <pc:sldChg chg="modSp add mod">
        <pc:chgData name="Leonard, Kristen *" userId="a38f7ebc-66e0-4d8c-90e8-f6a5746f45c0" providerId="ADAL" clId="{F81B6161-871A-479F-BB9E-D917F3DB980B}" dt="2025-09-05T19:16:14.686" v="17496" actId="1037"/>
        <pc:sldMkLst>
          <pc:docMk/>
          <pc:sldMk cId="3454672977" sldId="390"/>
        </pc:sldMkLst>
      </pc:sldChg>
      <pc:sldChg chg="addSp delSp modSp add mod">
        <pc:chgData name="Leonard, Kristen *" userId="a38f7ebc-66e0-4d8c-90e8-f6a5746f45c0" providerId="ADAL" clId="{F81B6161-871A-479F-BB9E-D917F3DB980B}" dt="2025-09-05T19:28:28.032" v="17571" actId="1582"/>
        <pc:sldMkLst>
          <pc:docMk/>
          <pc:sldMk cId="61892006" sldId="391"/>
        </pc:sldMkLst>
      </pc:sldChg>
      <pc:sldChg chg="addSp delSp modSp add mod">
        <pc:chgData name="Leonard, Kristen *" userId="a38f7ebc-66e0-4d8c-90e8-f6a5746f45c0" providerId="ADAL" clId="{F81B6161-871A-479F-BB9E-D917F3DB980B}" dt="2025-09-05T19:59:40.448" v="18549" actId="1076"/>
        <pc:sldMkLst>
          <pc:docMk/>
          <pc:sldMk cId="2434993922" sldId="392"/>
        </pc:sldMkLst>
      </pc:sldChg>
      <pc:sldChg chg="addSp delSp modSp add mod">
        <pc:chgData name="Leonard, Kristen *" userId="a38f7ebc-66e0-4d8c-90e8-f6a5746f45c0" providerId="ADAL" clId="{F81B6161-871A-479F-BB9E-D917F3DB980B}" dt="2025-09-05T19:59:01.786" v="18527" actId="1076"/>
        <pc:sldMkLst>
          <pc:docMk/>
          <pc:sldMk cId="1746379981" sldId="393"/>
        </pc:sldMkLst>
      </pc:sldChg>
      <pc:sldChg chg="addSp delSp modSp add mod">
        <pc:chgData name="Leonard, Kristen *" userId="a38f7ebc-66e0-4d8c-90e8-f6a5746f45c0" providerId="ADAL" clId="{F81B6161-871A-479F-BB9E-D917F3DB980B}" dt="2025-09-05T19:58:40.138" v="18523" actId="552"/>
        <pc:sldMkLst>
          <pc:docMk/>
          <pc:sldMk cId="1164188060" sldId="394"/>
        </pc:sldMkLst>
      </pc:sldChg>
      <pc:sldChg chg="add del">
        <pc:chgData name="Leonard, Kristen *" userId="a38f7ebc-66e0-4d8c-90e8-f6a5746f45c0" providerId="ADAL" clId="{F81B6161-871A-479F-BB9E-D917F3DB980B}" dt="2025-09-05T19:37:39.728" v="18472" actId="47"/>
        <pc:sldMkLst>
          <pc:docMk/>
          <pc:sldMk cId="2431630511" sldId="394"/>
        </pc:sldMkLst>
      </pc:sldChg>
      <pc:sldChg chg="addSp delSp modSp add mod">
        <pc:chgData name="Leonard, Kristen *" userId="a38f7ebc-66e0-4d8c-90e8-f6a5746f45c0" providerId="ADAL" clId="{F81B6161-871A-479F-BB9E-D917F3DB980B}" dt="2025-09-05T20:52:59.182" v="19184" actId="1076"/>
        <pc:sldMkLst>
          <pc:docMk/>
          <pc:sldMk cId="563639677" sldId="395"/>
        </pc:sldMkLst>
      </pc:sldChg>
      <pc:sldChg chg="modSp add del mod modShow">
        <pc:chgData name="Leonard, Kristen *" userId="a38f7ebc-66e0-4d8c-90e8-f6a5746f45c0" providerId="ADAL" clId="{F81B6161-871A-479F-BB9E-D917F3DB980B}" dt="2025-09-24T12:42:05.325" v="32092" actId="47"/>
        <pc:sldMkLst>
          <pc:docMk/>
          <pc:sldMk cId="3822415815" sldId="396"/>
        </pc:sldMkLst>
      </pc:sldChg>
      <pc:sldChg chg="addSp delSp modSp add mod">
        <pc:chgData name="Leonard, Kristen *" userId="a38f7ebc-66e0-4d8c-90e8-f6a5746f45c0" providerId="ADAL" clId="{F81B6161-871A-479F-BB9E-D917F3DB980B}" dt="2025-09-22T15:57:09.949" v="26891" actId="2711"/>
        <pc:sldMkLst>
          <pc:docMk/>
          <pc:sldMk cId="134993224" sldId="397"/>
        </pc:sldMkLst>
      </pc:sldChg>
      <pc:sldChg chg="addSp modSp add mod">
        <pc:chgData name="Leonard, Kristen *" userId="a38f7ebc-66e0-4d8c-90e8-f6a5746f45c0" providerId="ADAL" clId="{F81B6161-871A-479F-BB9E-D917F3DB980B}" dt="2025-09-22T12:28:58.560" v="24136" actId="1076"/>
        <pc:sldMkLst>
          <pc:docMk/>
          <pc:sldMk cId="455529878" sldId="398"/>
        </pc:sldMkLst>
      </pc:sldChg>
      <pc:sldChg chg="add del">
        <pc:chgData name="Leonard, Kristen *" userId="a38f7ebc-66e0-4d8c-90e8-f6a5746f45c0" providerId="ADAL" clId="{F81B6161-871A-479F-BB9E-D917F3DB980B}" dt="2025-09-19T20:29:22.213" v="23816" actId="47"/>
        <pc:sldMkLst>
          <pc:docMk/>
          <pc:sldMk cId="466669836" sldId="399"/>
        </pc:sldMkLst>
      </pc:sldChg>
      <pc:sldChg chg="addSp modSp add mod">
        <pc:chgData name="Leonard, Kristen *" userId="a38f7ebc-66e0-4d8c-90e8-f6a5746f45c0" providerId="ADAL" clId="{F81B6161-871A-479F-BB9E-D917F3DB980B}" dt="2025-09-19T20:54:55.887" v="24128" actId="14100"/>
        <pc:sldMkLst>
          <pc:docMk/>
          <pc:sldMk cId="704271253" sldId="399"/>
        </pc:sldMkLst>
      </pc:sldChg>
      <pc:sldChg chg="addSp delSp modSp add mod">
        <pc:chgData name="Leonard, Kristen *" userId="a38f7ebc-66e0-4d8c-90e8-f6a5746f45c0" providerId="ADAL" clId="{F81B6161-871A-479F-BB9E-D917F3DB980B}" dt="2025-09-19T20:44:08.193" v="23979" actId="1582"/>
        <pc:sldMkLst>
          <pc:docMk/>
          <pc:sldMk cId="68804486" sldId="400"/>
        </pc:sldMkLst>
      </pc:sldChg>
      <pc:sldChg chg="addSp delSp modSp add mod">
        <pc:chgData name="Leonard, Kristen *" userId="a38f7ebc-66e0-4d8c-90e8-f6a5746f45c0" providerId="ADAL" clId="{F81B6161-871A-479F-BB9E-D917F3DB980B}" dt="2025-09-19T20:37:55.722" v="23935" actId="14100"/>
        <pc:sldMkLst>
          <pc:docMk/>
          <pc:sldMk cId="2498086445" sldId="401"/>
        </pc:sldMkLst>
      </pc:sldChg>
      <pc:sldChg chg="addSp delSp modSp add mod">
        <pc:chgData name="Leonard, Kristen *" userId="a38f7ebc-66e0-4d8c-90e8-f6a5746f45c0" providerId="ADAL" clId="{F81B6161-871A-479F-BB9E-D917F3DB980B}" dt="2025-09-22T12:31:17.278" v="24192" actId="20577"/>
        <pc:sldMkLst>
          <pc:docMk/>
          <pc:sldMk cId="2855648692" sldId="402"/>
        </pc:sldMkLst>
      </pc:sldChg>
      <pc:sldChg chg="addSp modSp add mod">
        <pc:chgData name="Leonard, Kristen *" userId="a38f7ebc-66e0-4d8c-90e8-f6a5746f45c0" providerId="ADAL" clId="{F81B6161-871A-479F-BB9E-D917F3DB980B}" dt="2025-09-19T20:54:45.023" v="24127" actId="14100"/>
        <pc:sldMkLst>
          <pc:docMk/>
          <pc:sldMk cId="3620468289" sldId="403"/>
        </pc:sldMkLst>
      </pc:sldChg>
      <pc:sldChg chg="addSp delSp modSp add mod">
        <pc:chgData name="Leonard, Kristen *" userId="a38f7ebc-66e0-4d8c-90e8-f6a5746f45c0" providerId="ADAL" clId="{F81B6161-871A-479F-BB9E-D917F3DB980B}" dt="2025-09-19T20:39:25.598" v="23959" actId="14100"/>
        <pc:sldMkLst>
          <pc:docMk/>
          <pc:sldMk cId="3578754852" sldId="404"/>
        </pc:sldMkLst>
      </pc:sldChg>
      <pc:sldChg chg="add">
        <pc:chgData name="Leonard, Kristen *" userId="a38f7ebc-66e0-4d8c-90e8-f6a5746f45c0" providerId="ADAL" clId="{F81B6161-871A-479F-BB9E-D917F3DB980B}" dt="2025-09-22T13:42:09.805" v="24571"/>
        <pc:sldMkLst>
          <pc:docMk/>
          <pc:sldMk cId="3103658493" sldId="405"/>
        </pc:sldMkLst>
      </pc:sldChg>
      <pc:sldChg chg="modSp add mod">
        <pc:chgData name="Leonard, Kristen *" userId="a38f7ebc-66e0-4d8c-90e8-f6a5746f45c0" providerId="ADAL" clId="{F81B6161-871A-479F-BB9E-D917F3DB980B}" dt="2025-09-23T12:28:51.089" v="28260" actId="255"/>
        <pc:sldMkLst>
          <pc:docMk/>
          <pc:sldMk cId="886611782" sldId="406"/>
        </pc:sldMkLst>
      </pc:sldChg>
      <pc:sldChg chg="add del">
        <pc:chgData name="Leonard, Kristen *" userId="a38f7ebc-66e0-4d8c-90e8-f6a5746f45c0" providerId="ADAL" clId="{F81B6161-871A-479F-BB9E-D917F3DB980B}" dt="2025-09-22T13:49:50.806" v="24760" actId="47"/>
        <pc:sldMkLst>
          <pc:docMk/>
          <pc:sldMk cId="1749937628" sldId="406"/>
        </pc:sldMkLst>
      </pc:sldChg>
      <pc:sldChg chg="addSp modSp new del mod">
        <pc:chgData name="Leonard, Kristen *" userId="a38f7ebc-66e0-4d8c-90e8-f6a5746f45c0" providerId="ADAL" clId="{F81B6161-871A-479F-BB9E-D917F3DB980B}" dt="2025-09-24T12:42:12.534" v="32111" actId="47"/>
        <pc:sldMkLst>
          <pc:docMk/>
          <pc:sldMk cId="859137787" sldId="407"/>
        </pc:sldMkLst>
      </pc:sldChg>
      <pc:sldChg chg="addSp modSp add del mod">
        <pc:chgData name="Leonard, Kristen *" userId="a38f7ebc-66e0-4d8c-90e8-f6a5746f45c0" providerId="ADAL" clId="{F81B6161-871A-479F-BB9E-D917F3DB980B}" dt="2025-09-22T14:12:13.556" v="24882" actId="47"/>
        <pc:sldMkLst>
          <pc:docMk/>
          <pc:sldMk cId="800313475" sldId="408"/>
        </pc:sldMkLst>
      </pc:sldChg>
      <pc:sldChg chg="addSp delSp modSp add del mod">
        <pc:chgData name="Leonard, Kristen *" userId="a38f7ebc-66e0-4d8c-90e8-f6a5746f45c0" providerId="ADAL" clId="{F81B6161-871A-479F-BB9E-D917F3DB980B}" dt="2025-09-24T12:42:13.319" v="32112" actId="47"/>
        <pc:sldMkLst>
          <pc:docMk/>
          <pc:sldMk cId="2309245169" sldId="408"/>
        </pc:sldMkLst>
      </pc:sldChg>
      <pc:sldChg chg="addSp delSp modSp add del mod">
        <pc:chgData name="Leonard, Kristen *" userId="a38f7ebc-66e0-4d8c-90e8-f6a5746f45c0" providerId="ADAL" clId="{F81B6161-871A-479F-BB9E-D917F3DB980B}" dt="2025-09-24T12:42:13.524" v="32113" actId="47"/>
        <pc:sldMkLst>
          <pc:docMk/>
          <pc:sldMk cId="2486953451" sldId="409"/>
        </pc:sldMkLst>
      </pc:sldChg>
      <pc:sldChg chg="addSp modSp add del mod">
        <pc:chgData name="Leonard, Kristen *" userId="a38f7ebc-66e0-4d8c-90e8-f6a5746f45c0" providerId="ADAL" clId="{F81B6161-871A-479F-BB9E-D917F3DB980B}" dt="2025-09-22T14:12:23.357" v="24887" actId="47"/>
        <pc:sldMkLst>
          <pc:docMk/>
          <pc:sldMk cId="2918422440" sldId="409"/>
        </pc:sldMkLst>
      </pc:sldChg>
      <pc:sldChg chg="addSp delSp modSp add del mod">
        <pc:chgData name="Leonard, Kristen *" userId="a38f7ebc-66e0-4d8c-90e8-f6a5746f45c0" providerId="ADAL" clId="{F81B6161-871A-479F-BB9E-D917F3DB980B}" dt="2025-09-24T12:42:14.357" v="32114" actId="47"/>
        <pc:sldMkLst>
          <pc:docMk/>
          <pc:sldMk cId="1606984264" sldId="410"/>
        </pc:sldMkLst>
      </pc:sldChg>
      <pc:sldChg chg="addSp modSp add del mod">
        <pc:chgData name="Leonard, Kristen *" userId="a38f7ebc-66e0-4d8c-90e8-f6a5746f45c0" providerId="ADAL" clId="{F81B6161-871A-479F-BB9E-D917F3DB980B}" dt="2025-09-22T14:12:19.264" v="24885" actId="47"/>
        <pc:sldMkLst>
          <pc:docMk/>
          <pc:sldMk cId="3217395148" sldId="410"/>
        </pc:sldMkLst>
      </pc:sldChg>
      <pc:sldChg chg="addSp delSp modSp add del mod">
        <pc:chgData name="Leonard, Kristen *" userId="a38f7ebc-66e0-4d8c-90e8-f6a5746f45c0" providerId="ADAL" clId="{F81B6161-871A-479F-BB9E-D917F3DB980B}" dt="2025-09-24T12:42:15.286" v="32115" actId="47"/>
        <pc:sldMkLst>
          <pc:docMk/>
          <pc:sldMk cId="1829513452" sldId="411"/>
        </pc:sldMkLst>
      </pc:sldChg>
      <pc:sldChg chg="addSp modSp add del">
        <pc:chgData name="Leonard, Kristen *" userId="a38f7ebc-66e0-4d8c-90e8-f6a5746f45c0" providerId="ADAL" clId="{F81B6161-871A-479F-BB9E-D917F3DB980B}" dt="2025-09-22T14:12:20.806" v="24886" actId="47"/>
        <pc:sldMkLst>
          <pc:docMk/>
          <pc:sldMk cId="3457766030" sldId="411"/>
        </pc:sldMkLst>
      </pc:sldChg>
      <pc:sldChg chg="addSp modSp add del mod">
        <pc:chgData name="Leonard, Kristen *" userId="a38f7ebc-66e0-4d8c-90e8-f6a5746f45c0" providerId="ADAL" clId="{F81B6161-871A-479F-BB9E-D917F3DB980B}" dt="2025-09-22T14:12:05.797" v="24876" actId="47"/>
        <pc:sldMkLst>
          <pc:docMk/>
          <pc:sldMk cId="1733182528" sldId="412"/>
        </pc:sldMkLst>
      </pc:sldChg>
      <pc:sldChg chg="addSp delSp modSp add del mod">
        <pc:chgData name="Leonard, Kristen *" userId="a38f7ebc-66e0-4d8c-90e8-f6a5746f45c0" providerId="ADAL" clId="{F81B6161-871A-479F-BB9E-D917F3DB980B}" dt="2025-09-24T12:42:16.308" v="32116" actId="47"/>
        <pc:sldMkLst>
          <pc:docMk/>
          <pc:sldMk cId="2980032928" sldId="412"/>
        </pc:sldMkLst>
      </pc:sldChg>
      <pc:sldChg chg="addSp delSp modSp add del mod">
        <pc:chgData name="Leonard, Kristen *" userId="a38f7ebc-66e0-4d8c-90e8-f6a5746f45c0" providerId="ADAL" clId="{F81B6161-871A-479F-BB9E-D917F3DB980B}" dt="2025-09-24T12:42:17.215" v="32117" actId="47"/>
        <pc:sldMkLst>
          <pc:docMk/>
          <pc:sldMk cId="462329451" sldId="413"/>
        </pc:sldMkLst>
      </pc:sldChg>
      <pc:sldChg chg="addSp modSp add del mod">
        <pc:chgData name="Leonard, Kristen *" userId="a38f7ebc-66e0-4d8c-90e8-f6a5746f45c0" providerId="ADAL" clId="{F81B6161-871A-479F-BB9E-D917F3DB980B}" dt="2025-09-22T14:12:06.442" v="24877" actId="47"/>
        <pc:sldMkLst>
          <pc:docMk/>
          <pc:sldMk cId="2721075637" sldId="413"/>
        </pc:sldMkLst>
      </pc:sldChg>
      <pc:sldChg chg="addSp delSp modSp add del mod">
        <pc:chgData name="Leonard, Kristen *" userId="a38f7ebc-66e0-4d8c-90e8-f6a5746f45c0" providerId="ADAL" clId="{F81B6161-871A-479F-BB9E-D917F3DB980B}" dt="2025-09-24T12:42:17.760" v="32118" actId="47"/>
        <pc:sldMkLst>
          <pc:docMk/>
          <pc:sldMk cId="3253830343" sldId="414"/>
        </pc:sldMkLst>
      </pc:sldChg>
      <pc:sldChg chg="addSp modSp add del mod">
        <pc:chgData name="Leonard, Kristen *" userId="a38f7ebc-66e0-4d8c-90e8-f6a5746f45c0" providerId="ADAL" clId="{F81B6161-871A-479F-BB9E-D917F3DB980B}" dt="2025-09-22T14:12:07.214" v="24878" actId="47"/>
        <pc:sldMkLst>
          <pc:docMk/>
          <pc:sldMk cId="3820075644" sldId="414"/>
        </pc:sldMkLst>
      </pc:sldChg>
      <pc:sldChg chg="addSp modSp add del mod">
        <pc:chgData name="Leonard, Kristen *" userId="a38f7ebc-66e0-4d8c-90e8-f6a5746f45c0" providerId="ADAL" clId="{F81B6161-871A-479F-BB9E-D917F3DB980B}" dt="2025-09-22T14:12:07.939" v="24879" actId="47"/>
        <pc:sldMkLst>
          <pc:docMk/>
          <pc:sldMk cId="782223280" sldId="415"/>
        </pc:sldMkLst>
      </pc:sldChg>
      <pc:sldChg chg="addSp delSp modSp add del mod">
        <pc:chgData name="Leonard, Kristen *" userId="a38f7ebc-66e0-4d8c-90e8-f6a5746f45c0" providerId="ADAL" clId="{F81B6161-871A-479F-BB9E-D917F3DB980B}" dt="2025-09-24T12:42:18.230" v="32119" actId="47"/>
        <pc:sldMkLst>
          <pc:docMk/>
          <pc:sldMk cId="3176517347" sldId="415"/>
        </pc:sldMkLst>
      </pc:sldChg>
      <pc:sldChg chg="addSp modSp add del mod">
        <pc:chgData name="Leonard, Kristen *" userId="a38f7ebc-66e0-4d8c-90e8-f6a5746f45c0" providerId="ADAL" clId="{F81B6161-871A-479F-BB9E-D917F3DB980B}" dt="2025-09-22T14:12:08.854" v="24880" actId="47"/>
        <pc:sldMkLst>
          <pc:docMk/>
          <pc:sldMk cId="2982483737" sldId="416"/>
        </pc:sldMkLst>
      </pc:sldChg>
      <pc:sldChg chg="addSp delSp modSp add del mod">
        <pc:chgData name="Leonard, Kristen *" userId="a38f7ebc-66e0-4d8c-90e8-f6a5746f45c0" providerId="ADAL" clId="{F81B6161-871A-479F-BB9E-D917F3DB980B}" dt="2025-09-24T12:42:18.896" v="32120" actId="47"/>
        <pc:sldMkLst>
          <pc:docMk/>
          <pc:sldMk cId="4002741553" sldId="416"/>
        </pc:sldMkLst>
      </pc:sldChg>
      <pc:sldChg chg="addSp delSp modSp add del mod">
        <pc:chgData name="Leonard, Kristen *" userId="a38f7ebc-66e0-4d8c-90e8-f6a5746f45c0" providerId="ADAL" clId="{F81B6161-871A-479F-BB9E-D917F3DB980B}" dt="2025-09-24T12:42:19.902" v="32121" actId="47"/>
        <pc:sldMkLst>
          <pc:docMk/>
          <pc:sldMk cId="1725608427" sldId="417"/>
        </pc:sldMkLst>
      </pc:sldChg>
      <pc:sldChg chg="addSp modSp add del mod">
        <pc:chgData name="Leonard, Kristen *" userId="a38f7ebc-66e0-4d8c-90e8-f6a5746f45c0" providerId="ADAL" clId="{F81B6161-871A-479F-BB9E-D917F3DB980B}" dt="2025-09-22T14:12:11.203" v="24881" actId="47"/>
        <pc:sldMkLst>
          <pc:docMk/>
          <pc:sldMk cId="3877229182" sldId="417"/>
        </pc:sldMkLst>
      </pc:sldChg>
      <pc:sldChg chg="addSp delSp modSp add del mod">
        <pc:chgData name="Leonard, Kristen *" userId="a38f7ebc-66e0-4d8c-90e8-f6a5746f45c0" providerId="ADAL" clId="{F81B6161-871A-479F-BB9E-D917F3DB980B}" dt="2025-09-22T14:26:25.386" v="25156" actId="47"/>
        <pc:sldMkLst>
          <pc:docMk/>
          <pc:sldMk cId="1442605665" sldId="418"/>
        </pc:sldMkLst>
      </pc:sldChg>
      <pc:sldChg chg="addSp delSp modSp add del mod">
        <pc:chgData name="Leonard, Kristen *" userId="a38f7ebc-66e0-4d8c-90e8-f6a5746f45c0" providerId="ADAL" clId="{F81B6161-871A-479F-BB9E-D917F3DB980B}" dt="2025-09-22T14:12:04.408" v="24875" actId="47"/>
        <pc:sldMkLst>
          <pc:docMk/>
          <pc:sldMk cId="1677425776" sldId="418"/>
        </pc:sldMkLst>
      </pc:sldChg>
      <pc:sldChg chg="add del">
        <pc:chgData name="Leonard, Kristen *" userId="a38f7ebc-66e0-4d8c-90e8-f6a5746f45c0" providerId="ADAL" clId="{F81B6161-871A-479F-BB9E-D917F3DB980B}" dt="2025-09-22T14:25:39.654" v="25151" actId="47"/>
        <pc:sldMkLst>
          <pc:docMk/>
          <pc:sldMk cId="2585014870" sldId="418"/>
        </pc:sldMkLst>
      </pc:sldChg>
      <pc:sldChg chg="delSp modSp new del mod">
        <pc:chgData name="Leonard, Kristen *" userId="a38f7ebc-66e0-4d8c-90e8-f6a5746f45c0" providerId="ADAL" clId="{F81B6161-871A-479F-BB9E-D917F3DB980B}" dt="2025-09-24T12:42:22.136" v="32123" actId="47"/>
        <pc:sldMkLst>
          <pc:docMk/>
          <pc:sldMk cId="4117201401" sldId="418"/>
        </pc:sldMkLst>
      </pc:sldChg>
      <pc:sldChg chg="add">
        <pc:chgData name="Leonard, Kristen *" userId="a38f7ebc-66e0-4d8c-90e8-f6a5746f45c0" providerId="ADAL" clId="{F81B6161-871A-479F-BB9E-D917F3DB980B}" dt="2025-09-22T14:27:09.524" v="25172"/>
        <pc:sldMkLst>
          <pc:docMk/>
          <pc:sldMk cId="3292003060" sldId="419"/>
        </pc:sldMkLst>
      </pc:sldChg>
      <pc:sldChg chg="add del">
        <pc:chgData name="Leonard, Kristen *" userId="a38f7ebc-66e0-4d8c-90e8-f6a5746f45c0" providerId="ADAL" clId="{F81B6161-871A-479F-BB9E-D917F3DB980B}" dt="2025-09-22T14:12:03.427" v="24874" actId="47"/>
        <pc:sldMkLst>
          <pc:docMk/>
          <pc:sldMk cId="3456003515" sldId="419"/>
        </pc:sldMkLst>
      </pc:sldChg>
      <pc:sldChg chg="add">
        <pc:chgData name="Leonard, Kristen *" userId="a38f7ebc-66e0-4d8c-90e8-f6a5746f45c0" providerId="ADAL" clId="{F81B6161-871A-479F-BB9E-D917F3DB980B}" dt="2025-09-22T14:27:16.026" v="25173"/>
        <pc:sldMkLst>
          <pc:docMk/>
          <pc:sldMk cId="3896956142" sldId="420"/>
        </pc:sldMkLst>
      </pc:sldChg>
      <pc:sldChg chg="add">
        <pc:chgData name="Leonard, Kristen *" userId="a38f7ebc-66e0-4d8c-90e8-f6a5746f45c0" providerId="ADAL" clId="{F81B6161-871A-479F-BB9E-D917F3DB980B}" dt="2025-09-22T14:27:26.492" v="25174"/>
        <pc:sldMkLst>
          <pc:docMk/>
          <pc:sldMk cId="2312601455" sldId="421"/>
        </pc:sldMkLst>
      </pc:sldChg>
      <pc:sldChg chg="delSp modSp add del mod">
        <pc:chgData name="Leonard, Kristen *" userId="a38f7ebc-66e0-4d8c-90e8-f6a5746f45c0" providerId="ADAL" clId="{F81B6161-871A-479F-BB9E-D917F3DB980B}" dt="2025-09-22T14:39:39.544" v="25511" actId="47"/>
        <pc:sldMkLst>
          <pc:docMk/>
          <pc:sldMk cId="2962784883" sldId="422"/>
        </pc:sldMkLst>
      </pc:sldChg>
      <pc:sldChg chg="addSp delSp modSp add del mod">
        <pc:chgData name="Leonard, Kristen *" userId="a38f7ebc-66e0-4d8c-90e8-f6a5746f45c0" providerId="ADAL" clId="{F81B6161-871A-479F-BB9E-D917F3DB980B}" dt="2025-09-24T12:42:12.063" v="32109" actId="47"/>
        <pc:sldMkLst>
          <pc:docMk/>
          <pc:sldMk cId="1626999965" sldId="423"/>
        </pc:sldMkLst>
      </pc:sldChg>
      <pc:sldChg chg="add del">
        <pc:chgData name="Leonard, Kristen *" userId="a38f7ebc-66e0-4d8c-90e8-f6a5746f45c0" providerId="ADAL" clId="{F81B6161-871A-479F-BB9E-D917F3DB980B}" dt="2025-09-22T14:47:22.890" v="25714" actId="47"/>
        <pc:sldMkLst>
          <pc:docMk/>
          <pc:sldMk cId="2764046625" sldId="424"/>
        </pc:sldMkLst>
      </pc:sldChg>
      <pc:sldChg chg="addSp delSp modSp add del mod">
        <pc:chgData name="Leonard, Kristen *" userId="a38f7ebc-66e0-4d8c-90e8-f6a5746f45c0" providerId="ADAL" clId="{F81B6161-871A-479F-BB9E-D917F3DB980B}" dt="2025-09-24T12:42:08.452" v="32096" actId="47"/>
        <pc:sldMkLst>
          <pc:docMk/>
          <pc:sldMk cId="2718834944" sldId="425"/>
        </pc:sldMkLst>
      </pc:sldChg>
      <pc:sldChg chg="addSp modSp add del mod">
        <pc:chgData name="Leonard, Kristen *" userId="a38f7ebc-66e0-4d8c-90e8-f6a5746f45c0" providerId="ADAL" clId="{F81B6161-871A-479F-BB9E-D917F3DB980B}" dt="2025-09-24T12:42:08.983" v="32097" actId="47"/>
        <pc:sldMkLst>
          <pc:docMk/>
          <pc:sldMk cId="1035231152" sldId="426"/>
        </pc:sldMkLst>
      </pc:sldChg>
      <pc:sldChg chg="addSp modSp add del mod">
        <pc:chgData name="Leonard, Kristen *" userId="a38f7ebc-66e0-4d8c-90e8-f6a5746f45c0" providerId="ADAL" clId="{F81B6161-871A-479F-BB9E-D917F3DB980B}" dt="2025-09-24T12:42:09.234" v="32098" actId="47"/>
        <pc:sldMkLst>
          <pc:docMk/>
          <pc:sldMk cId="3860268743" sldId="427"/>
        </pc:sldMkLst>
      </pc:sldChg>
      <pc:sldChg chg="addSp modSp add del mod">
        <pc:chgData name="Leonard, Kristen *" userId="a38f7ebc-66e0-4d8c-90e8-f6a5746f45c0" providerId="ADAL" clId="{F81B6161-871A-479F-BB9E-D917F3DB980B}" dt="2025-09-24T12:42:10.302" v="32102" actId="47"/>
        <pc:sldMkLst>
          <pc:docMk/>
          <pc:sldMk cId="1930214918" sldId="428"/>
        </pc:sldMkLst>
      </pc:sldChg>
      <pc:sldChg chg="addSp modSp add del mod">
        <pc:chgData name="Leonard, Kristen *" userId="a38f7ebc-66e0-4d8c-90e8-f6a5746f45c0" providerId="ADAL" clId="{F81B6161-871A-479F-BB9E-D917F3DB980B}" dt="2025-09-24T12:42:10.538" v="32103" actId="47"/>
        <pc:sldMkLst>
          <pc:docMk/>
          <pc:sldMk cId="4234292373" sldId="429"/>
        </pc:sldMkLst>
      </pc:sldChg>
      <pc:sldChg chg="addSp delSp modSp add del mod">
        <pc:chgData name="Leonard, Kristen *" userId="a38f7ebc-66e0-4d8c-90e8-f6a5746f45c0" providerId="ADAL" clId="{F81B6161-871A-479F-BB9E-D917F3DB980B}" dt="2025-09-24T12:42:09.548" v="32099" actId="47"/>
        <pc:sldMkLst>
          <pc:docMk/>
          <pc:sldMk cId="4209657990" sldId="430"/>
        </pc:sldMkLst>
      </pc:sldChg>
      <pc:sldChg chg="addSp delSp modSp add del mod">
        <pc:chgData name="Leonard, Kristen *" userId="a38f7ebc-66e0-4d8c-90e8-f6a5746f45c0" providerId="ADAL" clId="{F81B6161-871A-479F-BB9E-D917F3DB980B}" dt="2025-09-24T12:42:09.784" v="32100" actId="47"/>
        <pc:sldMkLst>
          <pc:docMk/>
          <pc:sldMk cId="2009141090" sldId="431"/>
        </pc:sldMkLst>
      </pc:sldChg>
      <pc:sldChg chg="addSp delSp modSp add del mod">
        <pc:chgData name="Leonard, Kristen *" userId="a38f7ebc-66e0-4d8c-90e8-f6a5746f45c0" providerId="ADAL" clId="{F81B6161-871A-479F-BB9E-D917F3DB980B}" dt="2025-09-24T12:42:10.056" v="32101" actId="47"/>
        <pc:sldMkLst>
          <pc:docMk/>
          <pc:sldMk cId="3462053045" sldId="432"/>
        </pc:sldMkLst>
      </pc:sldChg>
      <pc:sldChg chg="addSp delSp modSp add del mod">
        <pc:chgData name="Leonard, Kristen *" userId="a38f7ebc-66e0-4d8c-90e8-f6a5746f45c0" providerId="ADAL" clId="{F81B6161-871A-479F-BB9E-D917F3DB980B}" dt="2025-09-24T12:42:10.805" v="32104" actId="47"/>
        <pc:sldMkLst>
          <pc:docMk/>
          <pc:sldMk cId="1829883347" sldId="433"/>
        </pc:sldMkLst>
      </pc:sldChg>
      <pc:sldChg chg="addSp delSp modSp add del mod">
        <pc:chgData name="Leonard, Kristen *" userId="a38f7ebc-66e0-4d8c-90e8-f6a5746f45c0" providerId="ADAL" clId="{F81B6161-871A-479F-BB9E-D917F3DB980B}" dt="2025-09-24T12:42:11.009" v="32105" actId="47"/>
        <pc:sldMkLst>
          <pc:docMk/>
          <pc:sldMk cId="2040291001" sldId="434"/>
        </pc:sldMkLst>
      </pc:sldChg>
      <pc:sldChg chg="addSp delSp modSp add del mod">
        <pc:chgData name="Leonard, Kristen *" userId="a38f7ebc-66e0-4d8c-90e8-f6a5746f45c0" providerId="ADAL" clId="{F81B6161-871A-479F-BB9E-D917F3DB980B}" dt="2025-09-24T12:42:11.402" v="32106" actId="47"/>
        <pc:sldMkLst>
          <pc:docMk/>
          <pc:sldMk cId="326337285" sldId="435"/>
        </pc:sldMkLst>
      </pc:sldChg>
      <pc:sldChg chg="modSp add del mod">
        <pc:chgData name="Leonard, Kristen *" userId="a38f7ebc-66e0-4d8c-90e8-f6a5746f45c0" providerId="ADAL" clId="{F81B6161-871A-479F-BB9E-D917F3DB980B}" dt="2025-09-24T12:42:08.026" v="32095" actId="47"/>
        <pc:sldMkLst>
          <pc:docMk/>
          <pc:sldMk cId="3699852001" sldId="436"/>
        </pc:sldMkLst>
      </pc:sldChg>
      <pc:sldChg chg="addSp delSp modSp add del mod">
        <pc:chgData name="Leonard, Kristen *" userId="a38f7ebc-66e0-4d8c-90e8-f6a5746f45c0" providerId="ADAL" clId="{F81B6161-871A-479F-BB9E-D917F3DB980B}" dt="2025-09-24T12:42:20.911" v="32122" actId="47"/>
        <pc:sldMkLst>
          <pc:docMk/>
          <pc:sldMk cId="327401584" sldId="437"/>
        </pc:sldMkLst>
      </pc:sldChg>
      <pc:sldChg chg="modSp add mod">
        <pc:chgData name="Leonard, Kristen *" userId="a38f7ebc-66e0-4d8c-90e8-f6a5746f45c0" providerId="ADAL" clId="{F81B6161-871A-479F-BB9E-D917F3DB980B}" dt="2025-09-22T15:55:24.171" v="26886" actId="20577"/>
        <pc:sldMkLst>
          <pc:docMk/>
          <pc:sldMk cId="244295901" sldId="438"/>
        </pc:sldMkLst>
      </pc:sldChg>
      <pc:sldChg chg="addSp delSp modSp add mod">
        <pc:chgData name="Leonard, Kristen *" userId="a38f7ebc-66e0-4d8c-90e8-f6a5746f45c0" providerId="ADAL" clId="{F81B6161-871A-479F-BB9E-D917F3DB980B}" dt="2025-09-22T22:04:47.441" v="27528" actId="20577"/>
        <pc:sldMkLst>
          <pc:docMk/>
          <pc:sldMk cId="2567814674" sldId="439"/>
        </pc:sldMkLst>
      </pc:sldChg>
      <pc:sldChg chg="addSp modSp add mod">
        <pc:chgData name="Leonard, Kristen *" userId="a38f7ebc-66e0-4d8c-90e8-f6a5746f45c0" providerId="ADAL" clId="{F81B6161-871A-479F-BB9E-D917F3DB980B}" dt="2025-09-22T22:04:59.613" v="27557" actId="20577"/>
        <pc:sldMkLst>
          <pc:docMk/>
          <pc:sldMk cId="2653474060" sldId="440"/>
        </pc:sldMkLst>
      </pc:sldChg>
      <pc:sldChg chg="addSp modSp add mod">
        <pc:chgData name="Leonard, Kristen *" userId="a38f7ebc-66e0-4d8c-90e8-f6a5746f45c0" providerId="ADAL" clId="{F81B6161-871A-479F-BB9E-D917F3DB980B}" dt="2025-09-22T22:05:08.127" v="27576" actId="20577"/>
        <pc:sldMkLst>
          <pc:docMk/>
          <pc:sldMk cId="4235587343" sldId="441"/>
        </pc:sldMkLst>
      </pc:sldChg>
      <pc:sldChg chg="addSp modSp add mod">
        <pc:chgData name="Leonard, Kristen *" userId="a38f7ebc-66e0-4d8c-90e8-f6a5746f45c0" providerId="ADAL" clId="{F81B6161-871A-479F-BB9E-D917F3DB980B}" dt="2025-09-22T22:06:14.844" v="27612" actId="20577"/>
        <pc:sldMkLst>
          <pc:docMk/>
          <pc:sldMk cId="1231915880" sldId="442"/>
        </pc:sldMkLst>
      </pc:sldChg>
      <pc:sldChg chg="addSp modSp add mod">
        <pc:chgData name="Leonard, Kristen *" userId="a38f7ebc-66e0-4d8c-90e8-f6a5746f45c0" providerId="ADAL" clId="{F81B6161-871A-479F-BB9E-D917F3DB980B}" dt="2025-09-22T22:06:30.840" v="27631" actId="20577"/>
        <pc:sldMkLst>
          <pc:docMk/>
          <pc:sldMk cId="2365296256" sldId="443"/>
        </pc:sldMkLst>
      </pc:sldChg>
      <pc:sldChg chg="addSp modSp add mod">
        <pc:chgData name="Leonard, Kristen *" userId="a38f7ebc-66e0-4d8c-90e8-f6a5746f45c0" providerId="ADAL" clId="{F81B6161-871A-479F-BB9E-D917F3DB980B}" dt="2025-09-22T22:06:50.177" v="27650" actId="20577"/>
        <pc:sldMkLst>
          <pc:docMk/>
          <pc:sldMk cId="262334323" sldId="444"/>
        </pc:sldMkLst>
      </pc:sldChg>
      <pc:sldChg chg="addSp modSp add del mod">
        <pc:chgData name="Leonard, Kristen *" userId="a38f7ebc-66e0-4d8c-90e8-f6a5746f45c0" providerId="ADAL" clId="{F81B6161-871A-479F-BB9E-D917F3DB980B}" dt="2025-09-22T22:09:28.381" v="27693" actId="47"/>
        <pc:sldMkLst>
          <pc:docMk/>
          <pc:sldMk cId="1300292638" sldId="445"/>
        </pc:sldMkLst>
      </pc:sldChg>
      <pc:sldChg chg="addSp modSp add mod">
        <pc:chgData name="Leonard, Kristen *" userId="a38f7ebc-66e0-4d8c-90e8-f6a5746f45c0" providerId="ADAL" clId="{F81B6161-871A-479F-BB9E-D917F3DB980B}" dt="2025-09-22T22:09:22.153" v="27692" actId="1076"/>
        <pc:sldMkLst>
          <pc:docMk/>
          <pc:sldMk cId="3320287654" sldId="446"/>
        </pc:sldMkLst>
      </pc:sldChg>
      <pc:sldChg chg="add del">
        <pc:chgData name="Leonard, Kristen *" userId="a38f7ebc-66e0-4d8c-90e8-f6a5746f45c0" providerId="ADAL" clId="{F81B6161-871A-479F-BB9E-D917F3DB980B}" dt="2025-09-22T22:07:58.914" v="27689" actId="47"/>
        <pc:sldMkLst>
          <pc:docMk/>
          <pc:sldMk cId="1442379283" sldId="447"/>
        </pc:sldMkLst>
      </pc:sldChg>
      <pc:sldChg chg="addSp delSp modSp add mod">
        <pc:chgData name="Leonard, Kristen *" userId="a38f7ebc-66e0-4d8c-90e8-f6a5746f45c0" providerId="ADAL" clId="{F81B6161-871A-479F-BB9E-D917F3DB980B}" dt="2025-09-22T22:13:01.590" v="27744" actId="14100"/>
        <pc:sldMkLst>
          <pc:docMk/>
          <pc:sldMk cId="3986082862" sldId="447"/>
        </pc:sldMkLst>
      </pc:sldChg>
      <pc:sldChg chg="add del">
        <pc:chgData name="Leonard, Kristen *" userId="a38f7ebc-66e0-4d8c-90e8-f6a5746f45c0" providerId="ADAL" clId="{F81B6161-871A-479F-BB9E-D917F3DB980B}" dt="2025-09-22T22:08:05.123" v="27691" actId="47"/>
        <pc:sldMkLst>
          <pc:docMk/>
          <pc:sldMk cId="2830413972" sldId="448"/>
        </pc:sldMkLst>
      </pc:sldChg>
      <pc:sldChg chg="addSp delSp modSp add mod ord">
        <pc:chgData name="Leonard, Kristen *" userId="a38f7ebc-66e0-4d8c-90e8-f6a5746f45c0" providerId="ADAL" clId="{F81B6161-871A-479F-BB9E-D917F3DB980B}" dt="2025-09-22T22:14:39.830" v="27773"/>
        <pc:sldMkLst>
          <pc:docMk/>
          <pc:sldMk cId="4194488061" sldId="448"/>
        </pc:sldMkLst>
      </pc:sldChg>
      <pc:sldChg chg="add del">
        <pc:chgData name="Leonard, Kristen *" userId="a38f7ebc-66e0-4d8c-90e8-f6a5746f45c0" providerId="ADAL" clId="{F81B6161-871A-479F-BB9E-D917F3DB980B}" dt="2025-09-22T22:08:01.616" v="27690" actId="47"/>
        <pc:sldMkLst>
          <pc:docMk/>
          <pc:sldMk cId="209769112" sldId="449"/>
        </pc:sldMkLst>
      </pc:sldChg>
      <pc:sldChg chg="addSp delSp modSp new mod">
        <pc:chgData name="Leonard, Kristen *" userId="a38f7ebc-66e0-4d8c-90e8-f6a5746f45c0" providerId="ADAL" clId="{F81B6161-871A-479F-BB9E-D917F3DB980B}" dt="2025-09-22T22:27:20.085" v="28259" actId="20577"/>
        <pc:sldMkLst>
          <pc:docMk/>
          <pc:sldMk cId="1374352734" sldId="449"/>
        </pc:sldMkLst>
      </pc:sldChg>
      <pc:sldChg chg="modSp add mod">
        <pc:chgData name="Leonard, Kristen *" userId="a38f7ebc-66e0-4d8c-90e8-f6a5746f45c0" providerId="ADAL" clId="{F81B6161-871A-479F-BB9E-D917F3DB980B}" dt="2025-09-23T12:56:34.667" v="28713" actId="1076"/>
        <pc:sldMkLst>
          <pc:docMk/>
          <pc:sldMk cId="1773294120" sldId="450"/>
        </pc:sldMkLst>
      </pc:sldChg>
      <pc:sldChg chg="add">
        <pc:chgData name="Leonard, Kristen *" userId="a38f7ebc-66e0-4d8c-90e8-f6a5746f45c0" providerId="ADAL" clId="{F81B6161-871A-479F-BB9E-D917F3DB980B}" dt="2025-09-23T13:01:01.118" v="28722"/>
        <pc:sldMkLst>
          <pc:docMk/>
          <pc:sldMk cId="1516022321" sldId="451"/>
        </pc:sldMkLst>
      </pc:sldChg>
      <pc:sldChg chg="addSp modSp add mod">
        <pc:chgData name="Leonard, Kristen *" userId="a38f7ebc-66e0-4d8c-90e8-f6a5746f45c0" providerId="ADAL" clId="{F81B6161-871A-479F-BB9E-D917F3DB980B}" dt="2025-09-23T20:11:17.026" v="30904" actId="20577"/>
        <pc:sldMkLst>
          <pc:docMk/>
          <pc:sldMk cId="3441079285" sldId="452"/>
        </pc:sldMkLst>
      </pc:sldChg>
      <pc:sldChg chg="add del">
        <pc:chgData name="Leonard, Kristen *" userId="a38f7ebc-66e0-4d8c-90e8-f6a5746f45c0" providerId="ADAL" clId="{F81B6161-871A-479F-BB9E-D917F3DB980B}" dt="2025-09-24T12:42:12.298" v="32110" actId="47"/>
        <pc:sldMkLst>
          <pc:docMk/>
          <pc:sldMk cId="713637562" sldId="453"/>
        </pc:sldMkLst>
      </pc:sldChg>
      <pc:sldChg chg="addSp modSp add mod">
        <pc:chgData name="Leonard, Kristen *" userId="a38f7ebc-66e0-4d8c-90e8-f6a5746f45c0" providerId="ADAL" clId="{F81B6161-871A-479F-BB9E-D917F3DB980B}" dt="2025-09-23T16:27:14.428" v="29802" actId="1076"/>
        <pc:sldMkLst>
          <pc:docMk/>
          <pc:sldMk cId="304570863" sldId="454"/>
        </pc:sldMkLst>
      </pc:sldChg>
      <pc:sldChg chg="delSp modSp add del mod">
        <pc:chgData name="Leonard, Kristen *" userId="a38f7ebc-66e0-4d8c-90e8-f6a5746f45c0" providerId="ADAL" clId="{F81B6161-871A-479F-BB9E-D917F3DB980B}" dt="2025-09-23T13:40:32.534" v="29279" actId="47"/>
        <pc:sldMkLst>
          <pc:docMk/>
          <pc:sldMk cId="4180752256" sldId="454"/>
        </pc:sldMkLst>
      </pc:sldChg>
      <pc:sldChg chg="modSp add del mod">
        <pc:chgData name="Leonard, Kristen *" userId="a38f7ebc-66e0-4d8c-90e8-f6a5746f45c0" providerId="ADAL" clId="{F81B6161-871A-479F-BB9E-D917F3DB980B}" dt="2025-09-23T20:10:53.281" v="30873" actId="47"/>
        <pc:sldMkLst>
          <pc:docMk/>
          <pc:sldMk cId="4011637690" sldId="455"/>
        </pc:sldMkLst>
      </pc:sldChg>
      <pc:sldChg chg="addSp delSp modSp add mod">
        <pc:chgData name="Leonard, Kristen *" userId="a38f7ebc-66e0-4d8c-90e8-f6a5746f45c0" providerId="ADAL" clId="{F81B6161-871A-479F-BB9E-D917F3DB980B}" dt="2025-09-23T20:37:09.542" v="31199" actId="1076"/>
        <pc:sldMkLst>
          <pc:docMk/>
          <pc:sldMk cId="904980121" sldId="456"/>
        </pc:sldMkLst>
      </pc:sldChg>
      <pc:sldChg chg="addSp modSp add mod">
        <pc:chgData name="Leonard, Kristen *" userId="a38f7ebc-66e0-4d8c-90e8-f6a5746f45c0" providerId="ADAL" clId="{F81B6161-871A-479F-BB9E-D917F3DB980B}" dt="2025-09-23T20:37:24.642" v="31205" actId="1076"/>
        <pc:sldMkLst>
          <pc:docMk/>
          <pc:sldMk cId="2420787074" sldId="457"/>
        </pc:sldMkLst>
      </pc:sldChg>
      <pc:sldChg chg="addSp modSp add mod">
        <pc:chgData name="Leonard, Kristen *" userId="a38f7ebc-66e0-4d8c-90e8-f6a5746f45c0" providerId="ADAL" clId="{F81B6161-871A-479F-BB9E-D917F3DB980B}" dt="2025-09-23T20:37:39.899" v="31211" actId="1076"/>
        <pc:sldMkLst>
          <pc:docMk/>
          <pc:sldMk cId="471524770" sldId="458"/>
        </pc:sldMkLst>
      </pc:sldChg>
      <pc:sldChg chg="addSp modSp add mod">
        <pc:chgData name="Leonard, Kristen *" userId="a38f7ebc-66e0-4d8c-90e8-f6a5746f45c0" providerId="ADAL" clId="{F81B6161-871A-479F-BB9E-D917F3DB980B}" dt="2025-09-23T20:38:15.666" v="31217" actId="1076"/>
        <pc:sldMkLst>
          <pc:docMk/>
          <pc:sldMk cId="955831724" sldId="459"/>
        </pc:sldMkLst>
      </pc:sldChg>
      <pc:sldChg chg="addSp modSp add mod">
        <pc:chgData name="Leonard, Kristen *" userId="a38f7ebc-66e0-4d8c-90e8-f6a5746f45c0" providerId="ADAL" clId="{F81B6161-871A-479F-BB9E-D917F3DB980B}" dt="2025-09-23T20:38:39.526" v="31223" actId="1076"/>
        <pc:sldMkLst>
          <pc:docMk/>
          <pc:sldMk cId="916179992" sldId="460"/>
        </pc:sldMkLst>
      </pc:sldChg>
      <pc:sldChg chg="addSp modSp add mod">
        <pc:chgData name="Leonard, Kristen *" userId="a38f7ebc-66e0-4d8c-90e8-f6a5746f45c0" providerId="ADAL" clId="{F81B6161-871A-479F-BB9E-D917F3DB980B}" dt="2025-09-23T20:39:15.984" v="31227" actId="1076"/>
        <pc:sldMkLst>
          <pc:docMk/>
          <pc:sldMk cId="336688031" sldId="461"/>
        </pc:sldMkLst>
      </pc:sldChg>
      <pc:sldChg chg="addSp modSp add mod">
        <pc:chgData name="Leonard, Kristen *" userId="a38f7ebc-66e0-4d8c-90e8-f6a5746f45c0" providerId="ADAL" clId="{F81B6161-871A-479F-BB9E-D917F3DB980B}" dt="2025-09-23T20:39:38.612" v="31233" actId="1076"/>
        <pc:sldMkLst>
          <pc:docMk/>
          <pc:sldMk cId="1883589851" sldId="462"/>
        </pc:sldMkLst>
      </pc:sldChg>
      <pc:sldChg chg="addSp modSp add mod">
        <pc:chgData name="Leonard, Kristen *" userId="a38f7ebc-66e0-4d8c-90e8-f6a5746f45c0" providerId="ADAL" clId="{F81B6161-871A-479F-BB9E-D917F3DB980B}" dt="2025-09-23T20:40:03.322" v="31240" actId="1076"/>
        <pc:sldMkLst>
          <pc:docMk/>
          <pc:sldMk cId="1739120650" sldId="463"/>
        </pc:sldMkLst>
      </pc:sldChg>
      <pc:sldChg chg="addSp delSp modSp add mod">
        <pc:chgData name="Leonard, Kristen *" userId="a38f7ebc-66e0-4d8c-90e8-f6a5746f45c0" providerId="ADAL" clId="{F81B6161-871A-479F-BB9E-D917F3DB980B}" dt="2025-09-23T19:54:40.973" v="30733" actId="1076"/>
        <pc:sldMkLst>
          <pc:docMk/>
          <pc:sldMk cId="3080137368" sldId="464"/>
        </pc:sldMkLst>
      </pc:sldChg>
      <pc:sldChg chg="addSp modSp add mod">
        <pc:chgData name="Leonard, Kristen *" userId="a38f7ebc-66e0-4d8c-90e8-f6a5746f45c0" providerId="ADAL" clId="{F81B6161-871A-479F-BB9E-D917F3DB980B}" dt="2025-09-23T19:55:06.096" v="30739" actId="1076"/>
        <pc:sldMkLst>
          <pc:docMk/>
          <pc:sldMk cId="2543808117" sldId="465"/>
        </pc:sldMkLst>
      </pc:sldChg>
      <pc:sldChg chg="addSp modSp add mod">
        <pc:chgData name="Leonard, Kristen *" userId="a38f7ebc-66e0-4d8c-90e8-f6a5746f45c0" providerId="ADAL" clId="{F81B6161-871A-479F-BB9E-D917F3DB980B}" dt="2025-09-23T19:55:28.657" v="30745" actId="1076"/>
        <pc:sldMkLst>
          <pc:docMk/>
          <pc:sldMk cId="2655414495" sldId="466"/>
        </pc:sldMkLst>
      </pc:sldChg>
      <pc:sldChg chg="addSp modSp add mod">
        <pc:chgData name="Leonard, Kristen *" userId="a38f7ebc-66e0-4d8c-90e8-f6a5746f45c0" providerId="ADAL" clId="{F81B6161-871A-479F-BB9E-D917F3DB980B}" dt="2025-09-23T19:55:54.494" v="30751" actId="1076"/>
        <pc:sldMkLst>
          <pc:docMk/>
          <pc:sldMk cId="174168037" sldId="467"/>
        </pc:sldMkLst>
      </pc:sldChg>
      <pc:sldChg chg="addSp modSp add mod">
        <pc:chgData name="Leonard, Kristen *" userId="a38f7ebc-66e0-4d8c-90e8-f6a5746f45c0" providerId="ADAL" clId="{F81B6161-871A-479F-BB9E-D917F3DB980B}" dt="2025-09-23T19:56:22.791" v="30757" actId="1076"/>
        <pc:sldMkLst>
          <pc:docMk/>
          <pc:sldMk cId="815835113" sldId="468"/>
        </pc:sldMkLst>
      </pc:sldChg>
      <pc:sldChg chg="addSp modSp add mod">
        <pc:chgData name="Leonard, Kristen *" userId="a38f7ebc-66e0-4d8c-90e8-f6a5746f45c0" providerId="ADAL" clId="{F81B6161-871A-479F-BB9E-D917F3DB980B}" dt="2025-09-23T19:56:56.183" v="30765" actId="1076"/>
        <pc:sldMkLst>
          <pc:docMk/>
          <pc:sldMk cId="2609901759" sldId="469"/>
        </pc:sldMkLst>
      </pc:sldChg>
      <pc:sldChg chg="addSp modSp add mod">
        <pc:chgData name="Leonard, Kristen *" userId="a38f7ebc-66e0-4d8c-90e8-f6a5746f45c0" providerId="ADAL" clId="{F81B6161-871A-479F-BB9E-D917F3DB980B}" dt="2025-09-23T19:57:20.077" v="30771" actId="1076"/>
        <pc:sldMkLst>
          <pc:docMk/>
          <pc:sldMk cId="1392621962" sldId="470"/>
        </pc:sldMkLst>
      </pc:sldChg>
      <pc:sldChg chg="addSp modSp add mod">
        <pc:chgData name="Leonard, Kristen *" userId="a38f7ebc-66e0-4d8c-90e8-f6a5746f45c0" providerId="ADAL" clId="{F81B6161-871A-479F-BB9E-D917F3DB980B}" dt="2025-09-23T19:58:02.439" v="30777" actId="1076"/>
        <pc:sldMkLst>
          <pc:docMk/>
          <pc:sldMk cId="1457556061" sldId="471"/>
        </pc:sldMkLst>
      </pc:sldChg>
      <pc:sldChg chg="add del">
        <pc:chgData name="Leonard, Kristen *" userId="a38f7ebc-66e0-4d8c-90e8-f6a5746f45c0" providerId="ADAL" clId="{F81B6161-871A-479F-BB9E-D917F3DB980B}" dt="2025-09-23T17:33:07.504" v="30184" actId="47"/>
        <pc:sldMkLst>
          <pc:docMk/>
          <pc:sldMk cId="1461790054" sldId="472"/>
        </pc:sldMkLst>
      </pc:sldChg>
      <pc:sldChg chg="addSp delSp modSp add mod">
        <pc:chgData name="Leonard, Kristen *" userId="a38f7ebc-66e0-4d8c-90e8-f6a5746f45c0" providerId="ADAL" clId="{F81B6161-871A-479F-BB9E-D917F3DB980B}" dt="2025-09-23T20:03:49.481" v="30840" actId="20577"/>
        <pc:sldMkLst>
          <pc:docMk/>
          <pc:sldMk cId="1467866869" sldId="472"/>
        </pc:sldMkLst>
      </pc:sldChg>
      <pc:sldChg chg="addSp delSp modSp add mod">
        <pc:chgData name="Leonard, Kristen *" userId="a38f7ebc-66e0-4d8c-90e8-f6a5746f45c0" providerId="ADAL" clId="{F81B6161-871A-479F-BB9E-D917F3DB980B}" dt="2025-09-23T20:09:05.060" v="30849" actId="1076"/>
        <pc:sldMkLst>
          <pc:docMk/>
          <pc:sldMk cId="3046313105" sldId="473"/>
        </pc:sldMkLst>
      </pc:sldChg>
      <pc:sldChg chg="modSp add mod">
        <pc:chgData name="Leonard, Kristen *" userId="a38f7ebc-66e0-4d8c-90e8-f6a5746f45c0" providerId="ADAL" clId="{F81B6161-871A-479F-BB9E-D917F3DB980B}" dt="2025-09-23T20:30:56.051" v="31193" actId="1076"/>
        <pc:sldMkLst>
          <pc:docMk/>
          <pc:sldMk cId="998479727" sldId="474"/>
        </pc:sldMkLst>
      </pc:sldChg>
      <pc:sldChg chg="addSp modSp add mod">
        <pc:chgData name="Leonard, Kristen *" userId="a38f7ebc-66e0-4d8c-90e8-f6a5746f45c0" providerId="ADAL" clId="{F81B6161-871A-479F-BB9E-D917F3DB980B}" dt="2025-09-23T20:40:18.305" v="31246" actId="1076"/>
        <pc:sldMkLst>
          <pc:docMk/>
          <pc:sldMk cId="1710671182" sldId="475"/>
        </pc:sldMkLst>
      </pc:sldChg>
      <pc:sldChg chg="addSp delSp modSp add mod">
        <pc:chgData name="Leonard, Kristen *" userId="a38f7ebc-66e0-4d8c-90e8-f6a5746f45c0" providerId="ADAL" clId="{F81B6161-871A-479F-BB9E-D917F3DB980B}" dt="2025-09-23T20:54:34.409" v="31586" actId="1076"/>
        <pc:sldMkLst>
          <pc:docMk/>
          <pc:sldMk cId="842493332" sldId="476"/>
        </pc:sldMkLst>
      </pc:sldChg>
      <pc:sldChg chg="addSp delSp modSp add del mod">
        <pc:chgData name="Leonard, Kristen *" userId="a38f7ebc-66e0-4d8c-90e8-f6a5746f45c0" providerId="ADAL" clId="{F81B6161-871A-479F-BB9E-D917F3DB980B}" dt="2025-09-23T21:03:50.429" v="32089" actId="47"/>
        <pc:sldMkLst>
          <pc:docMk/>
          <pc:sldMk cId="1993705936" sldId="477"/>
        </pc:sldMkLst>
      </pc:sldChg>
      <pc:sldChg chg="addSp delSp modSp add mod">
        <pc:chgData name="Leonard, Kristen *" userId="a38f7ebc-66e0-4d8c-90e8-f6a5746f45c0" providerId="ADAL" clId="{F81B6161-871A-479F-BB9E-D917F3DB980B}" dt="2025-09-23T20:59:33.089" v="31806" actId="14100"/>
        <pc:sldMkLst>
          <pc:docMk/>
          <pc:sldMk cId="2981216288" sldId="478"/>
        </pc:sldMkLst>
      </pc:sldChg>
      <pc:sldChg chg="add del">
        <pc:chgData name="Leonard, Kristen *" userId="a38f7ebc-66e0-4d8c-90e8-f6a5746f45c0" providerId="ADAL" clId="{F81B6161-871A-479F-BB9E-D917F3DB980B}" dt="2025-09-23T20:59:57.112" v="31808" actId="47"/>
        <pc:sldMkLst>
          <pc:docMk/>
          <pc:sldMk cId="1326421251" sldId="479"/>
        </pc:sldMkLst>
      </pc:sldChg>
      <pc:sldChg chg="addSp delSp modSp add mod">
        <pc:chgData name="Leonard, Kristen *" userId="a38f7ebc-66e0-4d8c-90e8-f6a5746f45c0" providerId="ADAL" clId="{F81B6161-871A-479F-BB9E-D917F3DB980B}" dt="2025-09-23T21:00:55.199" v="31834" actId="478"/>
        <pc:sldMkLst>
          <pc:docMk/>
          <pc:sldMk cId="3940142848" sldId="480"/>
        </pc:sldMkLst>
      </pc:sldChg>
      <pc:sldChg chg="addSp delSp modSp add mod">
        <pc:chgData name="Leonard, Kristen *" userId="a38f7ebc-66e0-4d8c-90e8-f6a5746f45c0" providerId="ADAL" clId="{F81B6161-871A-479F-BB9E-D917F3DB980B}" dt="2025-09-23T21:03:30.551" v="32088" actId="14100"/>
        <pc:sldMkLst>
          <pc:docMk/>
          <pc:sldMk cId="737739680" sldId="481"/>
        </pc:sldMkLst>
      </pc:sldChg>
    </pc:docChg>
  </pc:docChgLst>
  <pc:docChgLst>
    <pc:chgData name="Leonard, Kristen *" userId="a38f7ebc-66e0-4d8c-90e8-f6a5746f45c0" providerId="ADAL" clId="{E3A2CF70-07E9-48FE-B3F8-72B8061FC879}"/>
    <pc:docChg chg="undo custSel addSld delSld modSld">
      <pc:chgData name="Leonard, Kristen *" userId="a38f7ebc-66e0-4d8c-90e8-f6a5746f45c0" providerId="ADAL" clId="{E3A2CF70-07E9-48FE-B3F8-72B8061FC879}" dt="2025-09-26T15:14:57.974" v="1286" actId="1076"/>
      <pc:docMkLst>
        <pc:docMk/>
      </pc:docMkLst>
      <pc:sldChg chg="modSp add mod">
        <pc:chgData name="Leonard, Kristen *" userId="a38f7ebc-66e0-4d8c-90e8-f6a5746f45c0" providerId="ADAL" clId="{E3A2CF70-07E9-48FE-B3F8-72B8061FC879}" dt="2025-09-24T19:26:43.095" v="1097" actId="20577"/>
        <pc:sldMkLst>
          <pc:docMk/>
          <pc:sldMk cId="1277333183" sldId="258"/>
        </pc:sldMkLst>
      </pc:sldChg>
      <pc:sldChg chg="modSp del mod">
        <pc:chgData name="Leonard, Kristen *" userId="a38f7ebc-66e0-4d8c-90e8-f6a5746f45c0" providerId="ADAL" clId="{E3A2CF70-07E9-48FE-B3F8-72B8061FC879}" dt="2025-09-24T18:50:38.189" v="91" actId="47"/>
        <pc:sldMkLst>
          <pc:docMk/>
          <pc:sldMk cId="2369739803" sldId="332"/>
        </pc:sldMkLst>
      </pc:sldChg>
      <pc:sldChg chg="addSp delSp modSp mod">
        <pc:chgData name="Leonard, Kristen *" userId="a38f7ebc-66e0-4d8c-90e8-f6a5746f45c0" providerId="ADAL" clId="{E3A2CF70-07E9-48FE-B3F8-72B8061FC879}" dt="2025-09-24T19:25:16.449" v="1061" actId="20577"/>
        <pc:sldMkLst>
          <pc:docMk/>
          <pc:sldMk cId="2491109162" sldId="333"/>
        </pc:sldMkLst>
      </pc:sldChg>
      <pc:sldChg chg="modSp mod">
        <pc:chgData name="Leonard, Kristen *" userId="a38f7ebc-66e0-4d8c-90e8-f6a5746f45c0" providerId="ADAL" clId="{E3A2CF70-07E9-48FE-B3F8-72B8061FC879}" dt="2025-09-24T18:51:40.869" v="94" actId="255"/>
        <pc:sldMkLst>
          <pc:docMk/>
          <pc:sldMk cId="993665575" sldId="344"/>
        </pc:sldMkLst>
      </pc:sldChg>
      <pc:sldChg chg="addSp delSp modSp mod">
        <pc:chgData name="Leonard, Kristen *" userId="a38f7ebc-66e0-4d8c-90e8-f6a5746f45c0" providerId="ADAL" clId="{E3A2CF70-07E9-48FE-B3F8-72B8061FC879}" dt="2025-09-24T19:11:59.684" v="373" actId="1076"/>
        <pc:sldMkLst>
          <pc:docMk/>
          <pc:sldMk cId="3167956646" sldId="345"/>
        </pc:sldMkLst>
      </pc:sldChg>
      <pc:sldChg chg="addSp delSp modSp mod">
        <pc:chgData name="Leonard, Kristen *" userId="a38f7ebc-66e0-4d8c-90e8-f6a5746f45c0" providerId="ADAL" clId="{E3A2CF70-07E9-48FE-B3F8-72B8061FC879}" dt="2025-09-24T19:12:21.278" v="414" actId="20577"/>
        <pc:sldMkLst>
          <pc:docMk/>
          <pc:sldMk cId="1843051672" sldId="346"/>
        </pc:sldMkLst>
      </pc:sldChg>
      <pc:sldChg chg="addSp delSp modSp mod">
        <pc:chgData name="Leonard, Kristen *" userId="a38f7ebc-66e0-4d8c-90e8-f6a5746f45c0" providerId="ADAL" clId="{E3A2CF70-07E9-48FE-B3F8-72B8061FC879}" dt="2025-09-24T19:12:35.317" v="449" actId="20577"/>
        <pc:sldMkLst>
          <pc:docMk/>
          <pc:sldMk cId="3225470853" sldId="347"/>
        </pc:sldMkLst>
      </pc:sldChg>
      <pc:sldChg chg="addSp delSp modSp mod">
        <pc:chgData name="Leonard, Kristen *" userId="a38f7ebc-66e0-4d8c-90e8-f6a5746f45c0" providerId="ADAL" clId="{E3A2CF70-07E9-48FE-B3F8-72B8061FC879}" dt="2025-09-24T19:13:33.259" v="486" actId="20577"/>
        <pc:sldMkLst>
          <pc:docMk/>
          <pc:sldMk cId="2597885920" sldId="348"/>
        </pc:sldMkLst>
      </pc:sldChg>
      <pc:sldChg chg="addSp delSp modSp mod">
        <pc:chgData name="Leonard, Kristen *" userId="a38f7ebc-66e0-4d8c-90e8-f6a5746f45c0" providerId="ADAL" clId="{E3A2CF70-07E9-48FE-B3F8-72B8061FC879}" dt="2025-09-24T19:13:43.801" v="520" actId="20577"/>
        <pc:sldMkLst>
          <pc:docMk/>
          <pc:sldMk cId="3421008357" sldId="349"/>
        </pc:sldMkLst>
      </pc:sldChg>
      <pc:sldChg chg="addSp delSp modSp mod">
        <pc:chgData name="Leonard, Kristen *" userId="a38f7ebc-66e0-4d8c-90e8-f6a5746f45c0" providerId="ADAL" clId="{E3A2CF70-07E9-48FE-B3F8-72B8061FC879}" dt="2025-09-24T19:13:53.653" v="551" actId="20577"/>
        <pc:sldMkLst>
          <pc:docMk/>
          <pc:sldMk cId="2418435708" sldId="350"/>
        </pc:sldMkLst>
      </pc:sldChg>
      <pc:sldChg chg="addSp delSp modSp mod">
        <pc:chgData name="Leonard, Kristen *" userId="a38f7ebc-66e0-4d8c-90e8-f6a5746f45c0" providerId="ADAL" clId="{E3A2CF70-07E9-48FE-B3F8-72B8061FC879}" dt="2025-09-24T19:14:15.882" v="584" actId="732"/>
        <pc:sldMkLst>
          <pc:docMk/>
          <pc:sldMk cId="1980602574" sldId="351"/>
        </pc:sldMkLst>
      </pc:sldChg>
      <pc:sldChg chg="addSp delSp modSp mod">
        <pc:chgData name="Leonard, Kristen *" userId="a38f7ebc-66e0-4d8c-90e8-f6a5746f45c0" providerId="ADAL" clId="{E3A2CF70-07E9-48FE-B3F8-72B8061FC879}" dt="2025-09-24T19:15:57.931" v="649" actId="1076"/>
        <pc:sldMkLst>
          <pc:docMk/>
          <pc:sldMk cId="679713910" sldId="352"/>
        </pc:sldMkLst>
      </pc:sldChg>
      <pc:sldChg chg="addSp delSp modSp mod">
        <pc:chgData name="Leonard, Kristen *" userId="a38f7ebc-66e0-4d8c-90e8-f6a5746f45c0" providerId="ADAL" clId="{E3A2CF70-07E9-48FE-B3F8-72B8061FC879}" dt="2025-09-24T18:58:11.211" v="181" actId="14100"/>
        <pc:sldMkLst>
          <pc:docMk/>
          <pc:sldMk cId="763041387" sldId="358"/>
        </pc:sldMkLst>
      </pc:sldChg>
      <pc:sldChg chg="addSp delSp modSp mod">
        <pc:chgData name="Leonard, Kristen *" userId="a38f7ebc-66e0-4d8c-90e8-f6a5746f45c0" providerId="ADAL" clId="{E3A2CF70-07E9-48FE-B3F8-72B8061FC879}" dt="2025-09-24T19:10:25.113" v="334" actId="20577"/>
        <pc:sldMkLst>
          <pc:docMk/>
          <pc:sldMk cId="1465312892" sldId="377"/>
        </pc:sldMkLst>
      </pc:sldChg>
      <pc:sldChg chg="addSp delSp modSp mod">
        <pc:chgData name="Leonard, Kristen *" userId="a38f7ebc-66e0-4d8c-90e8-f6a5746f45c0" providerId="ADAL" clId="{E3A2CF70-07E9-48FE-B3F8-72B8061FC879}" dt="2025-09-24T19:14:48.636" v="617" actId="1076"/>
        <pc:sldMkLst>
          <pc:docMk/>
          <pc:sldMk cId="563639677" sldId="395"/>
        </pc:sldMkLst>
      </pc:sldChg>
      <pc:sldChg chg="addSp delSp modSp mod">
        <pc:chgData name="Leonard, Kristen *" userId="a38f7ebc-66e0-4d8c-90e8-f6a5746f45c0" providerId="ADAL" clId="{E3A2CF70-07E9-48FE-B3F8-72B8061FC879}" dt="2025-09-26T15:14:57.974" v="1286" actId="1076"/>
        <pc:sldMkLst>
          <pc:docMk/>
          <pc:sldMk cId="134993224" sldId="397"/>
        </pc:sldMkLst>
      </pc:sldChg>
      <pc:sldChg chg="del">
        <pc:chgData name="Leonard, Kristen *" userId="a38f7ebc-66e0-4d8c-90e8-f6a5746f45c0" providerId="ADAL" clId="{E3A2CF70-07E9-48FE-B3F8-72B8061FC879}" dt="2025-09-24T18:50:39.035" v="92" actId="47"/>
        <pc:sldMkLst>
          <pc:docMk/>
          <pc:sldMk cId="3103658493" sldId="405"/>
        </pc:sldMkLst>
      </pc:sldChg>
      <pc:sldChg chg="addSp delSp modSp mod">
        <pc:chgData name="Leonard, Kristen *" userId="a38f7ebc-66e0-4d8c-90e8-f6a5746f45c0" providerId="ADAL" clId="{E3A2CF70-07E9-48FE-B3F8-72B8061FC879}" dt="2025-09-24T19:19:30.861" v="802" actId="20577"/>
        <pc:sldMkLst>
          <pc:docMk/>
          <pc:sldMk cId="886611782" sldId="406"/>
        </pc:sldMkLst>
      </pc:sldChg>
      <pc:sldChg chg="modSp mod">
        <pc:chgData name="Leonard, Kristen *" userId="a38f7ebc-66e0-4d8c-90e8-f6a5746f45c0" providerId="ADAL" clId="{E3A2CF70-07E9-48FE-B3F8-72B8061FC879}" dt="2025-09-24T19:24:01.664" v="1043" actId="120"/>
        <pc:sldMkLst>
          <pc:docMk/>
          <pc:sldMk cId="3896956142" sldId="420"/>
        </pc:sldMkLst>
      </pc:sldChg>
      <pc:sldChg chg="addSp delSp modSp mod">
        <pc:chgData name="Leonard, Kristen *" userId="a38f7ebc-66e0-4d8c-90e8-f6a5746f45c0" providerId="ADAL" clId="{E3A2CF70-07E9-48FE-B3F8-72B8061FC879}" dt="2025-09-24T19:23:36.113" v="1041" actId="20577"/>
        <pc:sldMkLst>
          <pc:docMk/>
          <pc:sldMk cId="244295901" sldId="438"/>
        </pc:sldMkLst>
      </pc:sldChg>
      <pc:sldChg chg="addSp delSp modSp mod">
        <pc:chgData name="Leonard, Kristen *" userId="a38f7ebc-66e0-4d8c-90e8-f6a5746f45c0" providerId="ADAL" clId="{E3A2CF70-07E9-48FE-B3F8-72B8061FC879}" dt="2025-09-24T19:17:30.580" v="712" actId="1076"/>
        <pc:sldMkLst>
          <pc:docMk/>
          <pc:sldMk cId="2567814674" sldId="439"/>
        </pc:sldMkLst>
      </pc:sldChg>
      <pc:sldChg chg="addSp delSp modSp mod">
        <pc:chgData name="Leonard, Kristen *" userId="a38f7ebc-66e0-4d8c-90e8-f6a5746f45c0" providerId="ADAL" clId="{E3A2CF70-07E9-48FE-B3F8-72B8061FC879}" dt="2025-09-24T19:17:45.871" v="757" actId="20577"/>
        <pc:sldMkLst>
          <pc:docMk/>
          <pc:sldMk cId="2653474060" sldId="440"/>
        </pc:sldMkLst>
      </pc:sldChg>
      <pc:sldChg chg="addSp delSp modSp mod">
        <pc:chgData name="Leonard, Kristen *" userId="a38f7ebc-66e0-4d8c-90e8-f6a5746f45c0" providerId="ADAL" clId="{E3A2CF70-07E9-48FE-B3F8-72B8061FC879}" dt="2025-09-24T19:18:51.493" v="792" actId="1076"/>
        <pc:sldMkLst>
          <pc:docMk/>
          <pc:sldMk cId="4235587343" sldId="441"/>
        </pc:sldMkLst>
      </pc:sldChg>
      <pc:sldChg chg="addSp delSp modSp mod">
        <pc:chgData name="Leonard, Kristen *" userId="a38f7ebc-66e0-4d8c-90e8-f6a5746f45c0" providerId="ADAL" clId="{E3A2CF70-07E9-48FE-B3F8-72B8061FC879}" dt="2025-09-24T19:21:35.623" v="920" actId="1076"/>
        <pc:sldMkLst>
          <pc:docMk/>
          <pc:sldMk cId="1231915880" sldId="442"/>
        </pc:sldMkLst>
      </pc:sldChg>
      <pc:sldChg chg="addSp delSp modSp mod">
        <pc:chgData name="Leonard, Kristen *" userId="a38f7ebc-66e0-4d8c-90e8-f6a5746f45c0" providerId="ADAL" clId="{E3A2CF70-07E9-48FE-B3F8-72B8061FC879}" dt="2025-09-24T19:21:56.606" v="951" actId="1076"/>
        <pc:sldMkLst>
          <pc:docMk/>
          <pc:sldMk cId="2365296256" sldId="443"/>
        </pc:sldMkLst>
      </pc:sldChg>
      <pc:sldChg chg="addSp delSp modSp mod">
        <pc:chgData name="Leonard, Kristen *" userId="a38f7ebc-66e0-4d8c-90e8-f6a5746f45c0" providerId="ADAL" clId="{E3A2CF70-07E9-48FE-B3F8-72B8061FC879}" dt="2025-09-24T19:22:36.575" v="982" actId="1076"/>
        <pc:sldMkLst>
          <pc:docMk/>
          <pc:sldMk cId="262334323" sldId="444"/>
        </pc:sldMkLst>
      </pc:sldChg>
      <pc:sldChg chg="addSp delSp modSp mod">
        <pc:chgData name="Leonard, Kristen *" userId="a38f7ebc-66e0-4d8c-90e8-f6a5746f45c0" providerId="ADAL" clId="{E3A2CF70-07E9-48FE-B3F8-72B8061FC879}" dt="2025-09-24T19:23:19.023" v="1019" actId="1076"/>
        <pc:sldMkLst>
          <pc:docMk/>
          <pc:sldMk cId="3320287654" sldId="446"/>
        </pc:sldMkLst>
      </pc:sldChg>
      <pc:sldChg chg="addSp delSp modSp mod">
        <pc:chgData name="Leonard, Kristen *" userId="a38f7ebc-66e0-4d8c-90e8-f6a5746f45c0" providerId="ADAL" clId="{E3A2CF70-07E9-48FE-B3F8-72B8061FC879}" dt="2025-09-24T19:21:13.468" v="884" actId="20577"/>
        <pc:sldMkLst>
          <pc:docMk/>
          <pc:sldMk cId="3986082862" sldId="447"/>
        </pc:sldMkLst>
      </pc:sldChg>
      <pc:sldChg chg="addSp delSp modSp mod">
        <pc:chgData name="Leonard, Kristen *" userId="a38f7ebc-66e0-4d8c-90e8-f6a5746f45c0" providerId="ADAL" clId="{E3A2CF70-07E9-48FE-B3F8-72B8061FC879}" dt="2025-09-24T19:20:02.815" v="842" actId="20577"/>
        <pc:sldMkLst>
          <pc:docMk/>
          <pc:sldMk cId="4194488061" sldId="448"/>
        </pc:sldMkLst>
      </pc:sldChg>
      <pc:sldChg chg="add">
        <pc:chgData name="Leonard, Kristen *" userId="a38f7ebc-66e0-4d8c-90e8-f6a5746f45c0" providerId="ADAL" clId="{E3A2CF70-07E9-48FE-B3F8-72B8061FC879}" dt="2025-09-24T18:50:35.708" v="90"/>
        <pc:sldMkLst>
          <pc:docMk/>
          <pc:sldMk cId="3072010594" sldId="449"/>
        </pc:sldMkLst>
      </pc:sldChg>
    </pc:docChg>
  </pc:docChgLst>
  <pc:docChgLst>
    <pc:chgData name="Leonard, Kristen *" userId="a38f7ebc-66e0-4d8c-90e8-f6a5746f45c0" providerId="ADAL" clId="{C79A217A-7968-4A34-A9CB-7F1313F2A775}"/>
    <pc:docChg chg="custSel modSld">
      <pc:chgData name="Leonard, Kristen *" userId="a38f7ebc-66e0-4d8c-90e8-f6a5746f45c0" providerId="ADAL" clId="{C79A217A-7968-4A34-A9CB-7F1313F2A775}" dt="2025-12-01T16:54:52.448" v="46" actId="20577"/>
      <pc:docMkLst>
        <pc:docMk/>
      </pc:docMkLst>
      <pc:sldChg chg="addSp delSp modSp mod">
        <pc:chgData name="Leonard, Kristen *" userId="a38f7ebc-66e0-4d8c-90e8-f6a5746f45c0" providerId="ADAL" clId="{C79A217A-7968-4A34-A9CB-7F1313F2A775}" dt="2025-12-01T16:21:29.472" v="9" actId="1076"/>
        <pc:sldMkLst>
          <pc:docMk/>
          <pc:sldMk cId="3225470853" sldId="347"/>
        </pc:sldMkLst>
        <pc:spChg chg="add del mod">
          <ac:chgData name="Leonard, Kristen *" userId="a38f7ebc-66e0-4d8c-90e8-f6a5746f45c0" providerId="ADAL" clId="{C79A217A-7968-4A34-A9CB-7F1313F2A775}" dt="2025-12-01T16:21:15.434" v="1" actId="478"/>
          <ac:spMkLst>
            <pc:docMk/>
            <pc:sldMk cId="3225470853" sldId="347"/>
            <ac:spMk id="7" creationId="{4D84A85F-AAD6-F194-882C-F2EEC70B9502}"/>
          </ac:spMkLst>
        </pc:spChg>
        <pc:picChg chg="del">
          <ac:chgData name="Leonard, Kristen *" userId="a38f7ebc-66e0-4d8c-90e8-f6a5746f45c0" providerId="ADAL" clId="{C79A217A-7968-4A34-A9CB-7F1313F2A775}" dt="2025-12-01T16:21:11.883" v="0" actId="478"/>
          <ac:picMkLst>
            <pc:docMk/>
            <pc:sldMk cId="3225470853" sldId="347"/>
            <ac:picMk id="8" creationId="{B8893ED0-11F9-DFD4-7690-21E2349CD124}"/>
          </ac:picMkLst>
        </pc:picChg>
        <pc:picChg chg="add mod">
          <ac:chgData name="Leonard, Kristen *" userId="a38f7ebc-66e0-4d8c-90e8-f6a5746f45c0" providerId="ADAL" clId="{C79A217A-7968-4A34-A9CB-7F1313F2A775}" dt="2025-12-01T16:21:29.472" v="9" actId="1076"/>
          <ac:picMkLst>
            <pc:docMk/>
            <pc:sldMk cId="3225470853" sldId="347"/>
            <ac:picMk id="10" creationId="{BA9C23CC-C0BF-422C-00DE-A190F9E6AF84}"/>
          </ac:picMkLst>
        </pc:picChg>
      </pc:sldChg>
      <pc:sldChg chg="addSp delSp modSp mod">
        <pc:chgData name="Leonard, Kristen *" userId="a38f7ebc-66e0-4d8c-90e8-f6a5746f45c0" providerId="ADAL" clId="{C79A217A-7968-4A34-A9CB-7F1313F2A775}" dt="2025-12-01T16:37:21.069" v="19" actId="1076"/>
        <pc:sldMkLst>
          <pc:docMk/>
          <pc:sldMk cId="1980602574" sldId="351"/>
        </pc:sldMkLst>
        <pc:spChg chg="add del mod">
          <ac:chgData name="Leonard, Kristen *" userId="a38f7ebc-66e0-4d8c-90e8-f6a5746f45c0" providerId="ADAL" clId="{C79A217A-7968-4A34-A9CB-7F1313F2A775}" dt="2025-12-01T16:37:02.245" v="11" actId="478"/>
          <ac:spMkLst>
            <pc:docMk/>
            <pc:sldMk cId="1980602574" sldId="351"/>
            <ac:spMk id="7" creationId="{88995461-A244-1F26-E353-A74585AE323E}"/>
          </ac:spMkLst>
        </pc:spChg>
        <pc:picChg chg="add mod">
          <ac:chgData name="Leonard, Kristen *" userId="a38f7ebc-66e0-4d8c-90e8-f6a5746f45c0" providerId="ADAL" clId="{C79A217A-7968-4A34-A9CB-7F1313F2A775}" dt="2025-12-01T16:37:21.069" v="19" actId="1076"/>
          <ac:picMkLst>
            <pc:docMk/>
            <pc:sldMk cId="1980602574" sldId="351"/>
            <ac:picMk id="9" creationId="{99E49644-0794-236A-58EA-EFC58446889D}"/>
          </ac:picMkLst>
        </pc:picChg>
        <pc:picChg chg="del">
          <ac:chgData name="Leonard, Kristen *" userId="a38f7ebc-66e0-4d8c-90e8-f6a5746f45c0" providerId="ADAL" clId="{C79A217A-7968-4A34-A9CB-7F1313F2A775}" dt="2025-12-01T16:37:00.343" v="10" actId="478"/>
          <ac:picMkLst>
            <pc:docMk/>
            <pc:sldMk cId="1980602574" sldId="351"/>
            <ac:picMk id="12" creationId="{69C4CF7E-F274-D4ED-8427-31D35CDDF40A}"/>
          </ac:picMkLst>
        </pc:picChg>
      </pc:sldChg>
      <pc:sldChg chg="addSp delSp modSp mod">
        <pc:chgData name="Leonard, Kristen *" userId="a38f7ebc-66e0-4d8c-90e8-f6a5746f45c0" providerId="ADAL" clId="{C79A217A-7968-4A34-A9CB-7F1313F2A775}" dt="2025-12-01T16:43:59.431" v="40" actId="1076"/>
        <pc:sldMkLst>
          <pc:docMk/>
          <pc:sldMk cId="679713910" sldId="352"/>
        </pc:sldMkLst>
        <pc:spChg chg="add del mod">
          <ac:chgData name="Leonard, Kristen *" userId="a38f7ebc-66e0-4d8c-90e8-f6a5746f45c0" providerId="ADAL" clId="{C79A217A-7968-4A34-A9CB-7F1313F2A775}" dt="2025-12-01T16:38:48.958" v="30" actId="478"/>
          <ac:spMkLst>
            <pc:docMk/>
            <pc:sldMk cId="679713910" sldId="352"/>
            <ac:spMk id="7" creationId="{A7247DC4-32F2-7D46-BA69-09F41D5D7C73}"/>
          </ac:spMkLst>
        </pc:spChg>
        <pc:picChg chg="del">
          <ac:chgData name="Leonard, Kristen *" userId="a38f7ebc-66e0-4d8c-90e8-f6a5746f45c0" providerId="ADAL" clId="{C79A217A-7968-4A34-A9CB-7F1313F2A775}" dt="2025-12-01T16:38:47.073" v="29" actId="478"/>
          <ac:picMkLst>
            <pc:docMk/>
            <pc:sldMk cId="679713910" sldId="352"/>
            <ac:picMk id="8" creationId="{1E6B6B54-100F-9917-C935-DA057EE725CD}"/>
          </ac:picMkLst>
        </pc:picChg>
        <pc:picChg chg="add del mod">
          <ac:chgData name="Leonard, Kristen *" userId="a38f7ebc-66e0-4d8c-90e8-f6a5746f45c0" providerId="ADAL" clId="{C79A217A-7968-4A34-A9CB-7F1313F2A775}" dt="2025-12-01T16:43:28.623" v="34" actId="478"/>
          <ac:picMkLst>
            <pc:docMk/>
            <pc:sldMk cId="679713910" sldId="352"/>
            <ac:picMk id="10" creationId="{7D8AE93D-4321-96A3-6967-398B312B0493}"/>
          </ac:picMkLst>
        </pc:picChg>
        <pc:picChg chg="add mod">
          <ac:chgData name="Leonard, Kristen *" userId="a38f7ebc-66e0-4d8c-90e8-f6a5746f45c0" providerId="ADAL" clId="{C79A217A-7968-4A34-A9CB-7F1313F2A775}" dt="2025-12-01T16:43:59.431" v="40" actId="1076"/>
          <ac:picMkLst>
            <pc:docMk/>
            <pc:sldMk cId="679713910" sldId="352"/>
            <ac:picMk id="12" creationId="{FC99A2D6-53FE-BAEB-6B85-60AD078F733D}"/>
          </ac:picMkLst>
        </pc:picChg>
      </pc:sldChg>
      <pc:sldChg chg="addSp delSp modSp mod">
        <pc:chgData name="Leonard, Kristen *" userId="a38f7ebc-66e0-4d8c-90e8-f6a5746f45c0" providerId="ADAL" clId="{C79A217A-7968-4A34-A9CB-7F1313F2A775}" dt="2025-12-01T16:38:41.356" v="28" actId="1076"/>
        <pc:sldMkLst>
          <pc:docMk/>
          <pc:sldMk cId="563639677" sldId="395"/>
        </pc:sldMkLst>
        <pc:picChg chg="add mod">
          <ac:chgData name="Leonard, Kristen *" userId="a38f7ebc-66e0-4d8c-90e8-f6a5746f45c0" providerId="ADAL" clId="{C79A217A-7968-4A34-A9CB-7F1313F2A775}" dt="2025-12-01T16:38:41.356" v="28" actId="1076"/>
          <ac:picMkLst>
            <pc:docMk/>
            <pc:sldMk cId="563639677" sldId="395"/>
            <ac:picMk id="7" creationId="{90CEE28B-BCDB-B7D4-5329-31FE480286B0}"/>
          </ac:picMkLst>
        </pc:picChg>
        <pc:picChg chg="del">
          <ac:chgData name="Leonard, Kristen *" userId="a38f7ebc-66e0-4d8c-90e8-f6a5746f45c0" providerId="ADAL" clId="{C79A217A-7968-4A34-A9CB-7F1313F2A775}" dt="2025-12-01T16:37:25.908" v="20" actId="478"/>
          <ac:picMkLst>
            <pc:docMk/>
            <pc:sldMk cId="563639677" sldId="395"/>
            <ac:picMk id="14" creationId="{267E0FAA-8985-CB65-934B-1D14E8BBEE51}"/>
          </ac:picMkLst>
        </pc:picChg>
      </pc:sldChg>
      <pc:sldChg chg="modSp mod">
        <pc:chgData name="Leonard, Kristen *" userId="a38f7ebc-66e0-4d8c-90e8-f6a5746f45c0" providerId="ADAL" clId="{C79A217A-7968-4A34-A9CB-7F1313F2A775}" dt="2025-12-01T16:54:52.448" v="46" actId="20577"/>
        <pc:sldMkLst>
          <pc:docMk/>
          <pc:sldMk cId="886611782" sldId="406"/>
        </pc:sldMkLst>
        <pc:spChg chg="mod">
          <ac:chgData name="Leonard, Kristen *" userId="a38f7ebc-66e0-4d8c-90e8-f6a5746f45c0" providerId="ADAL" clId="{C79A217A-7968-4A34-A9CB-7F1313F2A775}" dt="2025-12-01T16:54:52.448" v="46" actId="20577"/>
          <ac:spMkLst>
            <pc:docMk/>
            <pc:sldMk cId="886611782" sldId="406"/>
            <ac:spMk id="3" creationId="{BA60B453-AE48-6623-4ADB-0602674A24C8}"/>
          </ac:spMkLst>
        </pc:spChg>
      </pc:sldChg>
    </pc:docChg>
  </pc:docChgLst>
  <pc:docChgLst>
    <pc:chgData name="Leonard, Kristen *" userId="a38f7ebc-66e0-4d8c-90e8-f6a5746f45c0" providerId="ADAL" clId="{9A111287-51FF-4A21-B8B7-1CA754EC05EB}"/>
    <pc:docChg chg="delSld">
      <pc:chgData name="Leonard, Kristen *" userId="a38f7ebc-66e0-4d8c-90e8-f6a5746f45c0" providerId="ADAL" clId="{9A111287-51FF-4A21-B8B7-1CA754EC05EB}" dt="2025-09-24T12:52:04.988" v="76" actId="47"/>
      <pc:docMkLst>
        <pc:docMk/>
      </pc:docMkLst>
      <pc:sldChg chg="del">
        <pc:chgData name="Leonard, Kristen *" userId="a38f7ebc-66e0-4d8c-90e8-f6a5746f45c0" providerId="ADAL" clId="{9A111287-51FF-4A21-B8B7-1CA754EC05EB}" dt="2025-09-24T12:51:16.226" v="0" actId="47"/>
        <pc:sldMkLst>
          <pc:docMk/>
          <pc:sldMk cId="1277333183" sldId="258"/>
        </pc:sldMkLst>
      </pc:sldChg>
      <pc:sldChg chg="del">
        <pc:chgData name="Leonard, Kristen *" userId="a38f7ebc-66e0-4d8c-90e8-f6a5746f45c0" providerId="ADAL" clId="{9A111287-51FF-4A21-B8B7-1CA754EC05EB}" dt="2025-09-24T12:51:17.185" v="3" actId="47"/>
        <pc:sldMkLst>
          <pc:docMk/>
          <pc:sldMk cId="4193795167" sldId="259"/>
        </pc:sldMkLst>
      </pc:sldChg>
      <pc:sldChg chg="del">
        <pc:chgData name="Leonard, Kristen *" userId="a38f7ebc-66e0-4d8c-90e8-f6a5746f45c0" providerId="ADAL" clId="{9A111287-51FF-4A21-B8B7-1CA754EC05EB}" dt="2025-09-24T12:51:17.948" v="6" actId="47"/>
        <pc:sldMkLst>
          <pc:docMk/>
          <pc:sldMk cId="867419858" sldId="265"/>
        </pc:sldMkLst>
      </pc:sldChg>
      <pc:sldChg chg="del">
        <pc:chgData name="Leonard, Kristen *" userId="a38f7ebc-66e0-4d8c-90e8-f6a5746f45c0" providerId="ADAL" clId="{9A111287-51FF-4A21-B8B7-1CA754EC05EB}" dt="2025-09-24T12:51:39.870" v="33" actId="47"/>
        <pc:sldMkLst>
          <pc:docMk/>
          <pc:sldMk cId="2666647936" sldId="335"/>
        </pc:sldMkLst>
      </pc:sldChg>
      <pc:sldChg chg="del">
        <pc:chgData name="Leonard, Kristen *" userId="a38f7ebc-66e0-4d8c-90e8-f6a5746f45c0" providerId="ADAL" clId="{9A111287-51FF-4A21-B8B7-1CA754EC05EB}" dt="2025-09-24T12:51:16.698" v="1" actId="47"/>
        <pc:sldMkLst>
          <pc:docMk/>
          <pc:sldMk cId="607472812" sldId="336"/>
        </pc:sldMkLst>
      </pc:sldChg>
      <pc:sldChg chg="del">
        <pc:chgData name="Leonard, Kristen *" userId="a38f7ebc-66e0-4d8c-90e8-f6a5746f45c0" providerId="ADAL" clId="{9A111287-51FF-4A21-B8B7-1CA754EC05EB}" dt="2025-09-24T12:51:17.704" v="5" actId="47"/>
        <pc:sldMkLst>
          <pc:docMk/>
          <pc:sldMk cId="3939783740" sldId="337"/>
        </pc:sldMkLst>
      </pc:sldChg>
      <pc:sldChg chg="del">
        <pc:chgData name="Leonard, Kristen *" userId="a38f7ebc-66e0-4d8c-90e8-f6a5746f45c0" providerId="ADAL" clId="{9A111287-51FF-4A21-B8B7-1CA754EC05EB}" dt="2025-09-24T12:51:20.894" v="14" actId="47"/>
        <pc:sldMkLst>
          <pc:docMk/>
          <pc:sldMk cId="3244165834" sldId="338"/>
        </pc:sldMkLst>
      </pc:sldChg>
      <pc:sldChg chg="del">
        <pc:chgData name="Leonard, Kristen *" userId="a38f7ebc-66e0-4d8c-90e8-f6a5746f45c0" providerId="ADAL" clId="{9A111287-51FF-4A21-B8B7-1CA754EC05EB}" dt="2025-09-24T12:51:23.066" v="15" actId="47"/>
        <pc:sldMkLst>
          <pc:docMk/>
          <pc:sldMk cId="541694869" sldId="340"/>
        </pc:sldMkLst>
      </pc:sldChg>
      <pc:sldChg chg="del">
        <pc:chgData name="Leonard, Kristen *" userId="a38f7ebc-66e0-4d8c-90e8-f6a5746f45c0" providerId="ADAL" clId="{9A111287-51FF-4A21-B8B7-1CA754EC05EB}" dt="2025-09-24T12:51:23.286" v="16" actId="47"/>
        <pc:sldMkLst>
          <pc:docMk/>
          <pc:sldMk cId="785801510" sldId="341"/>
        </pc:sldMkLst>
      </pc:sldChg>
      <pc:sldChg chg="del">
        <pc:chgData name="Leonard, Kristen *" userId="a38f7ebc-66e0-4d8c-90e8-f6a5746f45c0" providerId="ADAL" clId="{9A111287-51FF-4A21-B8B7-1CA754EC05EB}" dt="2025-09-24T12:51:49.865" v="34" actId="47"/>
        <pc:sldMkLst>
          <pc:docMk/>
          <pc:sldMk cId="3601192331" sldId="354"/>
        </pc:sldMkLst>
      </pc:sldChg>
      <pc:sldChg chg="del">
        <pc:chgData name="Leonard, Kristen *" userId="a38f7ebc-66e0-4d8c-90e8-f6a5746f45c0" providerId="ADAL" clId="{9A111287-51FF-4A21-B8B7-1CA754EC05EB}" dt="2025-09-24T12:51:50.258" v="35" actId="47"/>
        <pc:sldMkLst>
          <pc:docMk/>
          <pc:sldMk cId="3747169279" sldId="355"/>
        </pc:sldMkLst>
      </pc:sldChg>
      <pc:sldChg chg="del">
        <pc:chgData name="Leonard, Kristen *" userId="a38f7ebc-66e0-4d8c-90e8-f6a5746f45c0" providerId="ADAL" clId="{9A111287-51FF-4A21-B8B7-1CA754EC05EB}" dt="2025-09-24T12:51:18.615" v="8" actId="47"/>
        <pc:sldMkLst>
          <pc:docMk/>
          <pc:sldMk cId="3893894069" sldId="357"/>
        </pc:sldMkLst>
      </pc:sldChg>
      <pc:sldChg chg="del">
        <pc:chgData name="Leonard, Kristen *" userId="a38f7ebc-66e0-4d8c-90e8-f6a5746f45c0" providerId="ADAL" clId="{9A111287-51FF-4A21-B8B7-1CA754EC05EB}" dt="2025-09-24T12:51:18.176" v="7" actId="47"/>
        <pc:sldMkLst>
          <pc:docMk/>
          <pc:sldMk cId="4290458193" sldId="359"/>
        </pc:sldMkLst>
      </pc:sldChg>
      <pc:sldChg chg="del">
        <pc:chgData name="Leonard, Kristen *" userId="a38f7ebc-66e0-4d8c-90e8-f6a5746f45c0" providerId="ADAL" clId="{9A111287-51FF-4A21-B8B7-1CA754EC05EB}" dt="2025-09-24T12:51:24.118" v="20" actId="47"/>
        <pc:sldMkLst>
          <pc:docMk/>
          <pc:sldMk cId="3656257976" sldId="360"/>
        </pc:sldMkLst>
      </pc:sldChg>
      <pc:sldChg chg="del">
        <pc:chgData name="Leonard, Kristen *" userId="a38f7ebc-66e0-4d8c-90e8-f6a5746f45c0" providerId="ADAL" clId="{9A111287-51FF-4A21-B8B7-1CA754EC05EB}" dt="2025-09-24T12:51:23.913" v="19" actId="47"/>
        <pc:sldMkLst>
          <pc:docMk/>
          <pc:sldMk cId="18214012" sldId="361"/>
        </pc:sldMkLst>
      </pc:sldChg>
      <pc:sldChg chg="del">
        <pc:chgData name="Leonard, Kristen *" userId="a38f7ebc-66e0-4d8c-90e8-f6a5746f45c0" providerId="ADAL" clId="{9A111287-51FF-4A21-B8B7-1CA754EC05EB}" dt="2025-09-24T12:51:24.620" v="22" actId="47"/>
        <pc:sldMkLst>
          <pc:docMk/>
          <pc:sldMk cId="3150293629" sldId="362"/>
        </pc:sldMkLst>
      </pc:sldChg>
      <pc:sldChg chg="del">
        <pc:chgData name="Leonard, Kristen *" userId="a38f7ebc-66e0-4d8c-90e8-f6a5746f45c0" providerId="ADAL" clId="{9A111287-51FF-4A21-B8B7-1CA754EC05EB}" dt="2025-09-24T12:51:24.369" v="21" actId="47"/>
        <pc:sldMkLst>
          <pc:docMk/>
          <pc:sldMk cId="2005596163" sldId="363"/>
        </pc:sldMkLst>
      </pc:sldChg>
      <pc:sldChg chg="del">
        <pc:chgData name="Leonard, Kristen *" userId="a38f7ebc-66e0-4d8c-90e8-f6a5746f45c0" providerId="ADAL" clId="{9A111287-51FF-4A21-B8B7-1CA754EC05EB}" dt="2025-09-24T12:51:24.872" v="23" actId="47"/>
        <pc:sldMkLst>
          <pc:docMk/>
          <pc:sldMk cId="3896259668" sldId="365"/>
        </pc:sldMkLst>
      </pc:sldChg>
      <pc:sldChg chg="del">
        <pc:chgData name="Leonard, Kristen *" userId="a38f7ebc-66e0-4d8c-90e8-f6a5746f45c0" providerId="ADAL" clId="{9A111287-51FF-4A21-B8B7-1CA754EC05EB}" dt="2025-09-24T12:51:25.170" v="24" actId="47"/>
        <pc:sldMkLst>
          <pc:docMk/>
          <pc:sldMk cId="1532055688" sldId="366"/>
        </pc:sldMkLst>
      </pc:sldChg>
      <pc:sldChg chg="del">
        <pc:chgData name="Leonard, Kristen *" userId="a38f7ebc-66e0-4d8c-90e8-f6a5746f45c0" providerId="ADAL" clId="{9A111287-51FF-4A21-B8B7-1CA754EC05EB}" dt="2025-09-24T12:51:25.422" v="25" actId="47"/>
        <pc:sldMkLst>
          <pc:docMk/>
          <pc:sldMk cId="3834200009" sldId="367"/>
        </pc:sldMkLst>
      </pc:sldChg>
      <pc:sldChg chg="del">
        <pc:chgData name="Leonard, Kristen *" userId="a38f7ebc-66e0-4d8c-90e8-f6a5746f45c0" providerId="ADAL" clId="{9A111287-51FF-4A21-B8B7-1CA754EC05EB}" dt="2025-09-24T12:51:19.451" v="11" actId="47"/>
        <pc:sldMkLst>
          <pc:docMk/>
          <pc:sldMk cId="2360413972" sldId="368"/>
        </pc:sldMkLst>
      </pc:sldChg>
      <pc:sldChg chg="del">
        <pc:chgData name="Leonard, Kristen *" userId="a38f7ebc-66e0-4d8c-90e8-f6a5746f45c0" providerId="ADAL" clId="{9A111287-51FF-4A21-B8B7-1CA754EC05EB}" dt="2025-09-24T12:51:23.710" v="18" actId="47"/>
        <pc:sldMkLst>
          <pc:docMk/>
          <pc:sldMk cId="4047529475" sldId="369"/>
        </pc:sldMkLst>
      </pc:sldChg>
      <pc:sldChg chg="del">
        <pc:chgData name="Leonard, Kristen *" userId="a38f7ebc-66e0-4d8c-90e8-f6a5746f45c0" providerId="ADAL" clId="{9A111287-51FF-4A21-B8B7-1CA754EC05EB}" dt="2025-09-24T12:51:17.689" v="4" actId="47"/>
        <pc:sldMkLst>
          <pc:docMk/>
          <pc:sldMk cId="1860739860" sldId="371"/>
        </pc:sldMkLst>
      </pc:sldChg>
      <pc:sldChg chg="del">
        <pc:chgData name="Leonard, Kristen *" userId="a38f7ebc-66e0-4d8c-90e8-f6a5746f45c0" providerId="ADAL" clId="{9A111287-51FF-4A21-B8B7-1CA754EC05EB}" dt="2025-09-24T12:51:51.829" v="38" actId="47"/>
        <pc:sldMkLst>
          <pc:docMk/>
          <pc:sldMk cId="1047244289" sldId="372"/>
        </pc:sldMkLst>
      </pc:sldChg>
      <pc:sldChg chg="del">
        <pc:chgData name="Leonard, Kristen *" userId="a38f7ebc-66e0-4d8c-90e8-f6a5746f45c0" providerId="ADAL" clId="{9A111287-51FF-4A21-B8B7-1CA754EC05EB}" dt="2025-09-24T12:51:52.095" v="39" actId="47"/>
        <pc:sldMkLst>
          <pc:docMk/>
          <pc:sldMk cId="180645292" sldId="373"/>
        </pc:sldMkLst>
      </pc:sldChg>
      <pc:sldChg chg="del">
        <pc:chgData name="Leonard, Kristen *" userId="a38f7ebc-66e0-4d8c-90e8-f6a5746f45c0" providerId="ADAL" clId="{9A111287-51FF-4A21-B8B7-1CA754EC05EB}" dt="2025-09-24T12:51:23.491" v="17" actId="47"/>
        <pc:sldMkLst>
          <pc:docMk/>
          <pc:sldMk cId="3107082568" sldId="374"/>
        </pc:sldMkLst>
      </pc:sldChg>
      <pc:sldChg chg="del">
        <pc:chgData name="Leonard, Kristen *" userId="a38f7ebc-66e0-4d8c-90e8-f6a5746f45c0" providerId="ADAL" clId="{9A111287-51FF-4A21-B8B7-1CA754EC05EB}" dt="2025-09-24T12:51:16.917" v="2" actId="47"/>
        <pc:sldMkLst>
          <pc:docMk/>
          <pc:sldMk cId="2705867886" sldId="375"/>
        </pc:sldMkLst>
      </pc:sldChg>
      <pc:sldChg chg="del">
        <pc:chgData name="Leonard, Kristen *" userId="a38f7ebc-66e0-4d8c-90e8-f6a5746f45c0" providerId="ADAL" clId="{9A111287-51FF-4A21-B8B7-1CA754EC05EB}" dt="2025-09-24T12:51:19.792" v="12" actId="47"/>
        <pc:sldMkLst>
          <pc:docMk/>
          <pc:sldMk cId="2442079944" sldId="376"/>
        </pc:sldMkLst>
      </pc:sldChg>
      <pc:sldChg chg="del">
        <pc:chgData name="Leonard, Kristen *" userId="a38f7ebc-66e0-4d8c-90e8-f6a5746f45c0" providerId="ADAL" clId="{9A111287-51FF-4A21-B8B7-1CA754EC05EB}" dt="2025-09-24T12:51:50.540" v="36" actId="47"/>
        <pc:sldMkLst>
          <pc:docMk/>
          <pc:sldMk cId="1939965919" sldId="380"/>
        </pc:sldMkLst>
      </pc:sldChg>
      <pc:sldChg chg="del">
        <pc:chgData name="Leonard, Kristen *" userId="a38f7ebc-66e0-4d8c-90e8-f6a5746f45c0" providerId="ADAL" clId="{9A111287-51FF-4A21-B8B7-1CA754EC05EB}" dt="2025-09-24T12:51:54.526" v="47" actId="47"/>
        <pc:sldMkLst>
          <pc:docMk/>
          <pc:sldMk cId="651610720" sldId="385"/>
        </pc:sldMkLst>
      </pc:sldChg>
      <pc:sldChg chg="del">
        <pc:chgData name="Leonard, Kristen *" userId="a38f7ebc-66e0-4d8c-90e8-f6a5746f45c0" providerId="ADAL" clId="{9A111287-51FF-4A21-B8B7-1CA754EC05EB}" dt="2025-09-24T12:51:54.762" v="48" actId="47"/>
        <pc:sldMkLst>
          <pc:docMk/>
          <pc:sldMk cId="1656537245" sldId="386"/>
        </pc:sldMkLst>
      </pc:sldChg>
      <pc:sldChg chg="del">
        <pc:chgData name="Leonard, Kristen *" userId="a38f7ebc-66e0-4d8c-90e8-f6a5746f45c0" providerId="ADAL" clId="{9A111287-51FF-4A21-B8B7-1CA754EC05EB}" dt="2025-09-24T12:51:55.032" v="49" actId="47"/>
        <pc:sldMkLst>
          <pc:docMk/>
          <pc:sldMk cId="3356424555" sldId="387"/>
        </pc:sldMkLst>
      </pc:sldChg>
      <pc:sldChg chg="del">
        <pc:chgData name="Leonard, Kristen *" userId="a38f7ebc-66e0-4d8c-90e8-f6a5746f45c0" providerId="ADAL" clId="{9A111287-51FF-4A21-B8B7-1CA754EC05EB}" dt="2025-09-24T12:51:55.280" v="50" actId="47"/>
        <pc:sldMkLst>
          <pc:docMk/>
          <pc:sldMk cId="1907066250" sldId="388"/>
        </pc:sldMkLst>
      </pc:sldChg>
      <pc:sldChg chg="del">
        <pc:chgData name="Leonard, Kristen *" userId="a38f7ebc-66e0-4d8c-90e8-f6a5746f45c0" providerId="ADAL" clId="{9A111287-51FF-4A21-B8B7-1CA754EC05EB}" dt="2025-09-24T12:51:55.484" v="51" actId="47"/>
        <pc:sldMkLst>
          <pc:docMk/>
          <pc:sldMk cId="3985940848" sldId="389"/>
        </pc:sldMkLst>
      </pc:sldChg>
      <pc:sldChg chg="del">
        <pc:chgData name="Leonard, Kristen *" userId="a38f7ebc-66e0-4d8c-90e8-f6a5746f45c0" providerId="ADAL" clId="{9A111287-51FF-4A21-B8B7-1CA754EC05EB}" dt="2025-09-24T12:51:53.819" v="44" actId="47"/>
        <pc:sldMkLst>
          <pc:docMk/>
          <pc:sldMk cId="3454672977" sldId="390"/>
        </pc:sldMkLst>
      </pc:sldChg>
      <pc:sldChg chg="del">
        <pc:chgData name="Leonard, Kristen *" userId="a38f7ebc-66e0-4d8c-90e8-f6a5746f45c0" providerId="ADAL" clId="{9A111287-51FF-4A21-B8B7-1CA754EC05EB}" dt="2025-09-24T12:51:55.704" v="52" actId="47"/>
        <pc:sldMkLst>
          <pc:docMk/>
          <pc:sldMk cId="61892006" sldId="391"/>
        </pc:sldMkLst>
      </pc:sldChg>
      <pc:sldChg chg="del">
        <pc:chgData name="Leonard, Kristen *" userId="a38f7ebc-66e0-4d8c-90e8-f6a5746f45c0" providerId="ADAL" clId="{9A111287-51FF-4A21-B8B7-1CA754EC05EB}" dt="2025-09-24T12:51:55.940" v="53" actId="47"/>
        <pc:sldMkLst>
          <pc:docMk/>
          <pc:sldMk cId="2434993922" sldId="392"/>
        </pc:sldMkLst>
      </pc:sldChg>
      <pc:sldChg chg="del">
        <pc:chgData name="Leonard, Kristen *" userId="a38f7ebc-66e0-4d8c-90e8-f6a5746f45c0" providerId="ADAL" clId="{9A111287-51FF-4A21-B8B7-1CA754EC05EB}" dt="2025-09-24T12:51:54.290" v="46" actId="47"/>
        <pc:sldMkLst>
          <pc:docMk/>
          <pc:sldMk cId="1746379981" sldId="393"/>
        </pc:sldMkLst>
      </pc:sldChg>
      <pc:sldChg chg="del">
        <pc:chgData name="Leonard, Kristen *" userId="a38f7ebc-66e0-4d8c-90e8-f6a5746f45c0" providerId="ADAL" clId="{9A111287-51FF-4A21-B8B7-1CA754EC05EB}" dt="2025-09-24T12:51:54.054" v="45" actId="47"/>
        <pc:sldMkLst>
          <pc:docMk/>
          <pc:sldMk cId="1164188060" sldId="394"/>
        </pc:sldMkLst>
      </pc:sldChg>
      <pc:sldChg chg="del">
        <pc:chgData name="Leonard, Kristen *" userId="a38f7ebc-66e0-4d8c-90e8-f6a5746f45c0" providerId="ADAL" clId="{9A111287-51FF-4A21-B8B7-1CA754EC05EB}" dt="2025-09-24T12:51:20.107" v="13" actId="47"/>
        <pc:sldMkLst>
          <pc:docMk/>
          <pc:sldMk cId="455529878" sldId="398"/>
        </pc:sldMkLst>
      </pc:sldChg>
      <pc:sldChg chg="del">
        <pc:chgData name="Leonard, Kristen *" userId="a38f7ebc-66e0-4d8c-90e8-f6a5746f45c0" providerId="ADAL" clId="{9A111287-51FF-4A21-B8B7-1CA754EC05EB}" dt="2025-09-24T12:51:25.661" v="26" actId="47"/>
        <pc:sldMkLst>
          <pc:docMk/>
          <pc:sldMk cId="704271253" sldId="399"/>
        </pc:sldMkLst>
      </pc:sldChg>
      <pc:sldChg chg="del">
        <pc:chgData name="Leonard, Kristen *" userId="a38f7ebc-66e0-4d8c-90e8-f6a5746f45c0" providerId="ADAL" clId="{9A111287-51FF-4A21-B8B7-1CA754EC05EB}" dt="2025-09-24T12:51:25.924" v="27" actId="47"/>
        <pc:sldMkLst>
          <pc:docMk/>
          <pc:sldMk cId="68804486" sldId="400"/>
        </pc:sldMkLst>
      </pc:sldChg>
      <pc:sldChg chg="del">
        <pc:chgData name="Leonard, Kristen *" userId="a38f7ebc-66e0-4d8c-90e8-f6a5746f45c0" providerId="ADAL" clId="{9A111287-51FF-4A21-B8B7-1CA754EC05EB}" dt="2025-09-24T12:51:26.144" v="28" actId="47"/>
        <pc:sldMkLst>
          <pc:docMk/>
          <pc:sldMk cId="2498086445" sldId="401"/>
        </pc:sldMkLst>
      </pc:sldChg>
      <pc:sldChg chg="del">
        <pc:chgData name="Leonard, Kristen *" userId="a38f7ebc-66e0-4d8c-90e8-f6a5746f45c0" providerId="ADAL" clId="{9A111287-51FF-4A21-B8B7-1CA754EC05EB}" dt="2025-09-24T12:51:26.695" v="30" actId="47"/>
        <pc:sldMkLst>
          <pc:docMk/>
          <pc:sldMk cId="2855648692" sldId="402"/>
        </pc:sldMkLst>
      </pc:sldChg>
      <pc:sldChg chg="del">
        <pc:chgData name="Leonard, Kristen *" userId="a38f7ebc-66e0-4d8c-90e8-f6a5746f45c0" providerId="ADAL" clId="{9A111287-51FF-4A21-B8B7-1CA754EC05EB}" dt="2025-09-24T12:51:27.887" v="31" actId="47"/>
        <pc:sldMkLst>
          <pc:docMk/>
          <pc:sldMk cId="3620468289" sldId="403"/>
        </pc:sldMkLst>
      </pc:sldChg>
      <pc:sldChg chg="del">
        <pc:chgData name="Leonard, Kristen *" userId="a38f7ebc-66e0-4d8c-90e8-f6a5746f45c0" providerId="ADAL" clId="{9A111287-51FF-4A21-B8B7-1CA754EC05EB}" dt="2025-09-24T12:51:26.464" v="29" actId="47"/>
        <pc:sldMkLst>
          <pc:docMk/>
          <pc:sldMk cId="3578754852" sldId="404"/>
        </pc:sldMkLst>
      </pc:sldChg>
      <pc:sldChg chg="del">
        <pc:chgData name="Leonard, Kristen *" userId="a38f7ebc-66e0-4d8c-90e8-f6a5746f45c0" providerId="ADAL" clId="{9A111287-51FF-4A21-B8B7-1CA754EC05EB}" dt="2025-09-24T12:51:28.138" v="32" actId="47"/>
        <pc:sldMkLst>
          <pc:docMk/>
          <pc:sldMk cId="3292003060" sldId="419"/>
        </pc:sldMkLst>
      </pc:sldChg>
      <pc:sldChg chg="del">
        <pc:chgData name="Leonard, Kristen *" userId="a38f7ebc-66e0-4d8c-90e8-f6a5746f45c0" providerId="ADAL" clId="{9A111287-51FF-4A21-B8B7-1CA754EC05EB}" dt="2025-09-24T12:52:04.988" v="76" actId="47"/>
        <pc:sldMkLst>
          <pc:docMk/>
          <pc:sldMk cId="2312601455" sldId="421"/>
        </pc:sldMkLst>
      </pc:sldChg>
      <pc:sldChg chg="del">
        <pc:chgData name="Leonard, Kristen *" userId="a38f7ebc-66e0-4d8c-90e8-f6a5746f45c0" providerId="ADAL" clId="{9A111287-51FF-4A21-B8B7-1CA754EC05EB}" dt="2025-09-24T12:51:18.897" v="9" actId="47"/>
        <pc:sldMkLst>
          <pc:docMk/>
          <pc:sldMk cId="1374352734" sldId="449"/>
        </pc:sldMkLst>
      </pc:sldChg>
      <pc:sldChg chg="del">
        <pc:chgData name="Leonard, Kristen *" userId="a38f7ebc-66e0-4d8c-90e8-f6a5746f45c0" providerId="ADAL" clId="{9A111287-51FF-4A21-B8B7-1CA754EC05EB}" dt="2025-09-24T12:51:19.196" v="10" actId="47"/>
        <pc:sldMkLst>
          <pc:docMk/>
          <pc:sldMk cId="1773294120" sldId="450"/>
        </pc:sldMkLst>
      </pc:sldChg>
      <pc:sldChg chg="del">
        <pc:chgData name="Leonard, Kristen *" userId="a38f7ebc-66e0-4d8c-90e8-f6a5746f45c0" providerId="ADAL" clId="{9A111287-51FF-4A21-B8B7-1CA754EC05EB}" dt="2025-09-24T12:51:50.950" v="37" actId="47"/>
        <pc:sldMkLst>
          <pc:docMk/>
          <pc:sldMk cId="1516022321" sldId="451"/>
        </pc:sldMkLst>
      </pc:sldChg>
      <pc:sldChg chg="del">
        <pc:chgData name="Leonard, Kristen *" userId="a38f7ebc-66e0-4d8c-90e8-f6a5746f45c0" providerId="ADAL" clId="{9A111287-51FF-4A21-B8B7-1CA754EC05EB}" dt="2025-09-24T12:51:56.144" v="54" actId="47"/>
        <pc:sldMkLst>
          <pc:docMk/>
          <pc:sldMk cId="3441079285" sldId="452"/>
        </pc:sldMkLst>
      </pc:sldChg>
      <pc:sldChg chg="del">
        <pc:chgData name="Leonard, Kristen *" userId="a38f7ebc-66e0-4d8c-90e8-f6a5746f45c0" providerId="ADAL" clId="{9A111287-51FF-4A21-B8B7-1CA754EC05EB}" dt="2025-09-24T12:52:03.577" v="75" actId="47"/>
        <pc:sldMkLst>
          <pc:docMk/>
          <pc:sldMk cId="304570863" sldId="454"/>
        </pc:sldMkLst>
      </pc:sldChg>
      <pc:sldChg chg="del">
        <pc:chgData name="Leonard, Kristen *" userId="a38f7ebc-66e0-4d8c-90e8-f6a5746f45c0" providerId="ADAL" clId="{9A111287-51FF-4A21-B8B7-1CA754EC05EB}" dt="2025-09-24T12:51:59.664" v="66" actId="47"/>
        <pc:sldMkLst>
          <pc:docMk/>
          <pc:sldMk cId="904980121" sldId="456"/>
        </pc:sldMkLst>
      </pc:sldChg>
      <pc:sldChg chg="del">
        <pc:chgData name="Leonard, Kristen *" userId="a38f7ebc-66e0-4d8c-90e8-f6a5746f45c0" providerId="ADAL" clId="{9A111287-51FF-4A21-B8B7-1CA754EC05EB}" dt="2025-09-24T12:51:59.885" v="67" actId="47"/>
        <pc:sldMkLst>
          <pc:docMk/>
          <pc:sldMk cId="2420787074" sldId="457"/>
        </pc:sldMkLst>
      </pc:sldChg>
      <pc:sldChg chg="del">
        <pc:chgData name="Leonard, Kristen *" userId="a38f7ebc-66e0-4d8c-90e8-f6a5746f45c0" providerId="ADAL" clId="{9A111287-51FF-4A21-B8B7-1CA754EC05EB}" dt="2025-09-24T12:52:00.309" v="68" actId="47"/>
        <pc:sldMkLst>
          <pc:docMk/>
          <pc:sldMk cId="471524770" sldId="458"/>
        </pc:sldMkLst>
      </pc:sldChg>
      <pc:sldChg chg="del">
        <pc:chgData name="Leonard, Kristen *" userId="a38f7ebc-66e0-4d8c-90e8-f6a5746f45c0" providerId="ADAL" clId="{9A111287-51FF-4A21-B8B7-1CA754EC05EB}" dt="2025-09-24T12:52:00.497" v="69" actId="47"/>
        <pc:sldMkLst>
          <pc:docMk/>
          <pc:sldMk cId="955831724" sldId="459"/>
        </pc:sldMkLst>
      </pc:sldChg>
      <pc:sldChg chg="del">
        <pc:chgData name="Leonard, Kristen *" userId="a38f7ebc-66e0-4d8c-90e8-f6a5746f45c0" providerId="ADAL" clId="{9A111287-51FF-4A21-B8B7-1CA754EC05EB}" dt="2025-09-24T12:52:00.687" v="70" actId="47"/>
        <pc:sldMkLst>
          <pc:docMk/>
          <pc:sldMk cId="916179992" sldId="460"/>
        </pc:sldMkLst>
      </pc:sldChg>
      <pc:sldChg chg="del">
        <pc:chgData name="Leonard, Kristen *" userId="a38f7ebc-66e0-4d8c-90e8-f6a5746f45c0" providerId="ADAL" clId="{9A111287-51FF-4A21-B8B7-1CA754EC05EB}" dt="2025-09-24T12:52:00.907" v="71" actId="47"/>
        <pc:sldMkLst>
          <pc:docMk/>
          <pc:sldMk cId="336688031" sldId="461"/>
        </pc:sldMkLst>
      </pc:sldChg>
      <pc:sldChg chg="del">
        <pc:chgData name="Leonard, Kristen *" userId="a38f7ebc-66e0-4d8c-90e8-f6a5746f45c0" providerId="ADAL" clId="{9A111287-51FF-4A21-B8B7-1CA754EC05EB}" dt="2025-09-24T12:52:01.127" v="72" actId="47"/>
        <pc:sldMkLst>
          <pc:docMk/>
          <pc:sldMk cId="1883589851" sldId="462"/>
        </pc:sldMkLst>
      </pc:sldChg>
      <pc:sldChg chg="del">
        <pc:chgData name="Leonard, Kristen *" userId="a38f7ebc-66e0-4d8c-90e8-f6a5746f45c0" providerId="ADAL" clId="{9A111287-51FF-4A21-B8B7-1CA754EC05EB}" dt="2025-09-24T12:52:01.268" v="73" actId="47"/>
        <pc:sldMkLst>
          <pc:docMk/>
          <pc:sldMk cId="1739120650" sldId="463"/>
        </pc:sldMkLst>
      </pc:sldChg>
      <pc:sldChg chg="del">
        <pc:chgData name="Leonard, Kristen *" userId="a38f7ebc-66e0-4d8c-90e8-f6a5746f45c0" providerId="ADAL" clId="{9A111287-51FF-4A21-B8B7-1CA754EC05EB}" dt="2025-09-24T12:51:56.882" v="55" actId="47"/>
        <pc:sldMkLst>
          <pc:docMk/>
          <pc:sldMk cId="3080137368" sldId="464"/>
        </pc:sldMkLst>
      </pc:sldChg>
      <pc:sldChg chg="del">
        <pc:chgData name="Leonard, Kristen *" userId="a38f7ebc-66e0-4d8c-90e8-f6a5746f45c0" providerId="ADAL" clId="{9A111287-51FF-4A21-B8B7-1CA754EC05EB}" dt="2025-09-24T12:51:57.087" v="56" actId="47"/>
        <pc:sldMkLst>
          <pc:docMk/>
          <pc:sldMk cId="2543808117" sldId="465"/>
        </pc:sldMkLst>
      </pc:sldChg>
      <pc:sldChg chg="del">
        <pc:chgData name="Leonard, Kristen *" userId="a38f7ebc-66e0-4d8c-90e8-f6a5746f45c0" providerId="ADAL" clId="{9A111287-51FF-4A21-B8B7-1CA754EC05EB}" dt="2025-09-24T12:51:57.306" v="57" actId="47"/>
        <pc:sldMkLst>
          <pc:docMk/>
          <pc:sldMk cId="2655414495" sldId="466"/>
        </pc:sldMkLst>
      </pc:sldChg>
      <pc:sldChg chg="del">
        <pc:chgData name="Leonard, Kristen *" userId="a38f7ebc-66e0-4d8c-90e8-f6a5746f45c0" providerId="ADAL" clId="{9A111287-51FF-4A21-B8B7-1CA754EC05EB}" dt="2025-09-24T12:51:58.075" v="59" actId="47"/>
        <pc:sldMkLst>
          <pc:docMk/>
          <pc:sldMk cId="174168037" sldId="467"/>
        </pc:sldMkLst>
      </pc:sldChg>
      <pc:sldChg chg="del">
        <pc:chgData name="Leonard, Kristen *" userId="a38f7ebc-66e0-4d8c-90e8-f6a5746f45c0" providerId="ADAL" clId="{9A111287-51FF-4A21-B8B7-1CA754EC05EB}" dt="2025-09-24T12:51:58.280" v="60" actId="47"/>
        <pc:sldMkLst>
          <pc:docMk/>
          <pc:sldMk cId="815835113" sldId="468"/>
        </pc:sldMkLst>
      </pc:sldChg>
      <pc:sldChg chg="del">
        <pc:chgData name="Leonard, Kristen *" userId="a38f7ebc-66e0-4d8c-90e8-f6a5746f45c0" providerId="ADAL" clId="{9A111287-51FF-4A21-B8B7-1CA754EC05EB}" dt="2025-09-24T12:51:58.578" v="61" actId="47"/>
        <pc:sldMkLst>
          <pc:docMk/>
          <pc:sldMk cId="2609901759" sldId="469"/>
        </pc:sldMkLst>
      </pc:sldChg>
      <pc:sldChg chg="del">
        <pc:chgData name="Leonard, Kristen *" userId="a38f7ebc-66e0-4d8c-90e8-f6a5746f45c0" providerId="ADAL" clId="{9A111287-51FF-4A21-B8B7-1CA754EC05EB}" dt="2025-09-24T12:51:59.019" v="63" actId="47"/>
        <pc:sldMkLst>
          <pc:docMk/>
          <pc:sldMk cId="1392621962" sldId="470"/>
        </pc:sldMkLst>
      </pc:sldChg>
      <pc:sldChg chg="del">
        <pc:chgData name="Leonard, Kristen *" userId="a38f7ebc-66e0-4d8c-90e8-f6a5746f45c0" providerId="ADAL" clId="{9A111287-51FF-4A21-B8B7-1CA754EC05EB}" dt="2025-09-24T12:51:59.256" v="64" actId="47"/>
        <pc:sldMkLst>
          <pc:docMk/>
          <pc:sldMk cId="1457556061" sldId="471"/>
        </pc:sldMkLst>
      </pc:sldChg>
      <pc:sldChg chg="del">
        <pc:chgData name="Leonard, Kristen *" userId="a38f7ebc-66e0-4d8c-90e8-f6a5746f45c0" providerId="ADAL" clId="{9A111287-51FF-4A21-B8B7-1CA754EC05EB}" dt="2025-09-24T12:51:57.887" v="58" actId="47"/>
        <pc:sldMkLst>
          <pc:docMk/>
          <pc:sldMk cId="1467866869" sldId="472"/>
        </pc:sldMkLst>
      </pc:sldChg>
      <pc:sldChg chg="del">
        <pc:chgData name="Leonard, Kristen *" userId="a38f7ebc-66e0-4d8c-90e8-f6a5746f45c0" providerId="ADAL" clId="{9A111287-51FF-4A21-B8B7-1CA754EC05EB}" dt="2025-09-24T12:51:58.751" v="62" actId="47"/>
        <pc:sldMkLst>
          <pc:docMk/>
          <pc:sldMk cId="3046313105" sldId="473"/>
        </pc:sldMkLst>
      </pc:sldChg>
      <pc:sldChg chg="del">
        <pc:chgData name="Leonard, Kristen *" userId="a38f7ebc-66e0-4d8c-90e8-f6a5746f45c0" providerId="ADAL" clId="{9A111287-51FF-4A21-B8B7-1CA754EC05EB}" dt="2025-09-24T12:51:59.476" v="65" actId="47"/>
        <pc:sldMkLst>
          <pc:docMk/>
          <pc:sldMk cId="998479727" sldId="474"/>
        </pc:sldMkLst>
      </pc:sldChg>
      <pc:sldChg chg="del">
        <pc:chgData name="Leonard, Kristen *" userId="a38f7ebc-66e0-4d8c-90e8-f6a5746f45c0" providerId="ADAL" clId="{9A111287-51FF-4A21-B8B7-1CA754EC05EB}" dt="2025-09-24T12:52:02.337" v="74" actId="47"/>
        <pc:sldMkLst>
          <pc:docMk/>
          <pc:sldMk cId="1710671182" sldId="475"/>
        </pc:sldMkLst>
      </pc:sldChg>
      <pc:sldChg chg="del">
        <pc:chgData name="Leonard, Kristen *" userId="a38f7ebc-66e0-4d8c-90e8-f6a5746f45c0" providerId="ADAL" clId="{9A111287-51FF-4A21-B8B7-1CA754EC05EB}" dt="2025-09-24T12:51:52.410" v="40" actId="47"/>
        <pc:sldMkLst>
          <pc:docMk/>
          <pc:sldMk cId="842493332" sldId="476"/>
        </pc:sldMkLst>
      </pc:sldChg>
      <pc:sldChg chg="del">
        <pc:chgData name="Leonard, Kristen *" userId="a38f7ebc-66e0-4d8c-90e8-f6a5746f45c0" providerId="ADAL" clId="{9A111287-51FF-4A21-B8B7-1CA754EC05EB}" dt="2025-09-24T12:51:52.742" v="41" actId="47"/>
        <pc:sldMkLst>
          <pc:docMk/>
          <pc:sldMk cId="2981216288" sldId="478"/>
        </pc:sldMkLst>
      </pc:sldChg>
      <pc:sldChg chg="del">
        <pc:chgData name="Leonard, Kristen *" userId="a38f7ebc-66e0-4d8c-90e8-f6a5746f45c0" providerId="ADAL" clId="{9A111287-51FF-4A21-B8B7-1CA754EC05EB}" dt="2025-09-24T12:51:53.064" v="42" actId="47"/>
        <pc:sldMkLst>
          <pc:docMk/>
          <pc:sldMk cId="3940142848" sldId="480"/>
        </pc:sldMkLst>
      </pc:sldChg>
      <pc:sldChg chg="del">
        <pc:chgData name="Leonard, Kristen *" userId="a38f7ebc-66e0-4d8c-90e8-f6a5746f45c0" providerId="ADAL" clId="{9A111287-51FF-4A21-B8B7-1CA754EC05EB}" dt="2025-09-24T12:51:53.331" v="43" actId="47"/>
        <pc:sldMkLst>
          <pc:docMk/>
          <pc:sldMk cId="737739680" sldId="48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950B3A-596A-924C-898B-8C3438F6E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FF509-A137-BE4A-850B-DAE2751308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61ED5-9BAA-024F-8856-63450982577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8590D1-8102-5249-A8FA-01F11C3B0B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423EE-F1F7-EB46-843C-7D4B764D2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41231-0D6C-7A46-BEC6-119191C2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57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3E50D-9837-47AF-A99E-4AF8A6DA2B8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ED736-E97B-4BC0-9161-0F155192A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10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0,2,4,6,8,10,12,14,16,18,20,22,24,26,28,1,1,1,1,1,1,1,1,1,1,1,1,1,1,1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71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2562-BE4D-5B44-06C6-8CF94FB0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5F2E2-0B62-BCF5-B118-DFECD83F5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DE2A4-DE04-D88A-B774-1CA74A284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0,2,4,6,8,10,12,14,16,18,20,22,24,26,28,1,1,1,1,1,1,1,1,1,1,1,1,1,1,1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CDF2D-D2E9-131C-9906-4FAC79A5A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1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312CA-9A88-F6AF-B88E-AF3F6F658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D4C9E-5B08-E05F-380E-962FB8714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32E2C-96E1-0EB4-2B77-0CCE4DCF4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0,2,4,6,8,10,12,14,16,18,20,22,24,26,28,1,1,1,1,1,1,1,1,1,1,1,1,1,1,1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317ED-E813-BD6B-3852-356FC376E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9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25E7F-6C07-1BF6-3685-98634FCC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CB235-9BEF-0B33-C29E-2871BCB73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78C66-AA5F-57DA-CB42-88D713F8B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0,2,4,6,8,10,12,14,16,18,20,22,24,26,28,1,1,1,1,1,1,1,1,1,1,1,1,1,1,1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F48A7-FC25-4922-80E4-40549E8E8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26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D1CED-2F49-8979-8EF8-A474F3EB7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DD6B7-C007-B4D0-58E1-B49A8DB59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1E1B7-4BF3-2CDB-B9F9-B73B0308A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0,2,4,6,8,10,12,14,16,18,20,22,24,26,28,1,1,1,1,1,1,1,1,1,1,1,1,1,1,1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A71FE-6401-D047-FDF0-AC33C6C94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3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BB09-EBFD-DF04-BF68-D208E3C47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EA236-44B1-F47E-F795-F5D13D6DE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627302-2EB0-BD6E-3687-88E5AA0C4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0,2,4,6,8,10,12,14,16,18,20,22,24,26,28,1,1,1,1,1,1,1,1,1,1,1,1,1,1,1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3F77E-F06E-E471-3EB0-8EE0637F4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52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F43AB-DB1D-CF74-15A6-4ACC7D14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0284B-E956-AA55-A320-3A582098B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11796-12D3-C449-4397-4BCEBE01C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0,2,4,6,8,10,12,14,16,18,20,22,24,26,28,1,1,1,1,1,1,1,1,1,1,1,1,1,1,1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5D64B-69C8-32D8-33DB-5ECA1E229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47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92765-9201-9CD7-F72D-1826189DC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A9F13-81CD-8400-15ED-1A0C48AC6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44CE0-38F6-0D6F-A828-E86F45A12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0,2,4,6,8,10,12,14,16,18,20,22,24,26,28,1,1,1,1,1,1,1,1,1,1,1,1,1,1,1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E819A-B871-BE9C-866D-44C60854F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41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2BDC4-1510-C3B1-D99B-32C1CC27F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D2ABB-7550-F5AB-8226-E73282A19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E3F81-AF8B-ABFD-2B1F-EBF6E78F0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0,2,4,6,8,10,12,14,16,18,20,22,24,26,28,1,1,1,1,1,1,1,1,1,1,1,1,1,1,1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1D764-5777-3DED-5915-239AAF518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83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83B7-4E7F-C7BE-ABBB-A8B9922E6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B911A-7631-0001-D61A-2C2AB3E14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84591-8896-5444-2C53-F5019E7FC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0,2,4,6,8,10,12,14,16,18,20,22,24,26,28,1,1,1,1,1,1,1,1,1,1,1,1,1,1,1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61B5D-F189-4A03-8FD9-FB5B9D529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ED736-E97B-4BC0-9161-0F155192A5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576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C552F7A-5A9C-4209-AE51-A91CFA1817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152" y="5147"/>
            <a:ext cx="12178499" cy="6850406"/>
          </a:xfrm>
          <a:prstGeom prst="rect">
            <a:avLst/>
          </a:prstGeom>
        </p:spPr>
      </p:pic>
      <p:pic>
        <p:nvPicPr>
          <p:cNvPr id="12" name="Graphic 11" descr="Logo for U.S. Department of Health and Human Services. &#10;Logo for U.S. Food and Drug Administration. ">
            <a:extLst>
              <a:ext uri="{FF2B5EF4-FFF2-40B4-BE49-F238E27FC236}">
                <a16:creationId xmlns:a16="http://schemas.microsoft.com/office/drawing/2014/main" id="{CF72FC16-3350-408C-A562-9471D24FE2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2250"/>
          <a:stretch/>
        </p:blipFill>
        <p:spPr>
          <a:xfrm>
            <a:off x="330199" y="5098625"/>
            <a:ext cx="4602159" cy="1102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3B917F-7813-43E4-A8B9-0B9B3BA47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199" y="-1497807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Cover Page</a:t>
            </a:r>
          </a:p>
        </p:txBody>
      </p:sp>
    </p:spTree>
    <p:extLst>
      <p:ext uri="{BB962C8B-B14F-4D97-AF65-F5344CB8AC3E}">
        <p14:creationId xmlns:p14="http://schemas.microsoft.com/office/powerpoint/2010/main" val="153234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 for U.S. Department of Health and Human Services. &#10;Logo for U.S. Food and Drug Administration. ">
            <a:extLst>
              <a:ext uri="{FF2B5EF4-FFF2-40B4-BE49-F238E27FC236}">
                <a16:creationId xmlns:a16="http://schemas.microsoft.com/office/drawing/2014/main" id="{F4DDB8C6-2158-C04E-9109-1CA098FDC9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6814"/>
          <a:stretch/>
        </p:blipFill>
        <p:spPr>
          <a:xfrm>
            <a:off x="8467725" y="435140"/>
            <a:ext cx="3291008" cy="777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5255ED-F3DE-5444-B1B0-EA9F805D4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17" y="2063135"/>
            <a:ext cx="10249321" cy="1276966"/>
          </a:xfrm>
        </p:spPr>
        <p:txBody>
          <a:bodyPr anchor="t">
            <a:normAutofit/>
          </a:bodyPr>
          <a:lstStyle>
            <a:lvl1pPr algn="l">
              <a:lnSpc>
                <a:spcPts val="4600"/>
              </a:lnSpc>
              <a:defRPr sz="4600">
                <a:solidFill>
                  <a:srgbClr val="75757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1E5E4-AEAB-7045-802A-58FDBF707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66" y="3399650"/>
            <a:ext cx="9144000" cy="1963658"/>
          </a:xfrm>
        </p:spPr>
        <p:txBody>
          <a:bodyPr/>
          <a:lstStyle>
            <a:lvl1pPr marL="0" indent="0" algn="l">
              <a:lnSpc>
                <a:spcPts val="2600"/>
              </a:lnSpc>
              <a:buNone/>
              <a:defRPr sz="2400" b="1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26243-5242-9517-D42B-38EFA68EE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04" y="6399891"/>
            <a:ext cx="2743200" cy="365125"/>
          </a:xfrm>
        </p:spPr>
        <p:txBody>
          <a:bodyPr/>
          <a:lstStyle/>
          <a:p>
            <a:fld id="{90C38655-199D-4251-89E5-865B82BC8E6C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9A1969-697B-A0BF-DB30-1D320A37E8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99892"/>
            <a:ext cx="2743200" cy="365125"/>
          </a:xfrm>
        </p:spPr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75FF29-B730-A085-3906-471DE156F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39741" y="6399892"/>
            <a:ext cx="4114800" cy="365125"/>
          </a:xfrm>
        </p:spPr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138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AB24A0-D399-2F4E-ABAD-264562B8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D58A2-8FD2-6C45-8EA3-962D1AB05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28114-4E92-6842-BC76-CDB5D5577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BFAF6-0854-4643-8110-60CE8A5172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EEDA0-A28D-AD46-AA0D-1903C0CFE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8B6AC6-C374-AD45-8C95-D652F64BA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04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C04EDB7-583C-B041-8ED4-5F1403CA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EDD7E31-402C-8B47-99BD-D4428D83D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17" y="2063135"/>
            <a:ext cx="10249321" cy="1276966"/>
          </a:xfrm>
        </p:spPr>
        <p:txBody>
          <a:bodyPr anchor="t">
            <a:normAutofit/>
          </a:bodyPr>
          <a:lstStyle>
            <a:lvl1pPr algn="l">
              <a:lnSpc>
                <a:spcPts val="4600"/>
              </a:lnSpc>
              <a:defRPr sz="4600">
                <a:solidFill>
                  <a:srgbClr val="007DB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40BC718-3BD8-644E-8D63-9C1B0F767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66" y="3399650"/>
            <a:ext cx="9144000" cy="196365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rgbClr val="78787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C21EB-718D-A646-B242-08F44CBBC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F0664-E376-4DA1-82B9-739BA9A2E335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F3C57-19F2-D441-B1AA-FB07A18E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D573A-E463-4148-AA4A-9BA1A19F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66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5B44C-7330-4890-9B33-817560A574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1771" y="-67384"/>
            <a:ext cx="12437729" cy="69927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07DBCD-A955-4521-B202-8349ADC5D5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322050" y="442774"/>
            <a:ext cx="439511" cy="52845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EDD7E31-402C-8B47-99BD-D4428D83D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17" y="2063135"/>
            <a:ext cx="10249321" cy="1276966"/>
          </a:xfrm>
        </p:spPr>
        <p:txBody>
          <a:bodyPr anchor="t">
            <a:normAutofit/>
          </a:bodyPr>
          <a:lstStyle>
            <a:lvl1pPr algn="l">
              <a:lnSpc>
                <a:spcPts val="4600"/>
              </a:lnSpc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40BC718-3BD8-644E-8D63-9C1B0F767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66" y="3399650"/>
            <a:ext cx="9144000" cy="196365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5621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4EB543-71F1-BB41-81DB-6ACC7FDC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E31107-C800-C447-BB00-46CE40BF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FA71-C67A-5248-BF63-03BF43B66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440" y="1675497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811F-8E05-AA4E-9E43-B38B0CCEB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2579" y="1675497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4B535-29AA-2042-A100-C11ED10B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51666-14B0-4CDF-80FC-95201AC9629B}" type="datetime4">
              <a:rPr lang="en-US" smtClean="0"/>
              <a:t>December 1,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EDAB4-1026-7D4D-A1D7-40513CB4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79B00-907C-444C-8AEB-C0FFB2DE2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015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4EB543-71F1-BB41-81DB-6ACC7FDC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E31107-C800-C447-BB00-46CE40BF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FA71-C67A-5248-BF63-03BF43B66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440" y="1675497"/>
            <a:ext cx="32004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811F-8E05-AA4E-9E43-B38B0CCEB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6745" y="1675497"/>
            <a:ext cx="32004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BD6D41F-C468-43FE-8673-96D2E5AB062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47050" y="1675497"/>
            <a:ext cx="3200400" cy="43525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4B535-29AA-2042-A100-C11ED10B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0ECA-3815-4BA2-907C-678C029AE4F0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EDAB4-1026-7D4D-A1D7-40513CB4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79B00-907C-444C-8AEB-C0FFB2DE2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02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4EB543-71F1-BB41-81DB-6ACC7FDC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E31107-C800-C447-BB00-46CE40BF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>
            <a:lvl1pPr>
              <a:defRPr>
                <a:solidFill>
                  <a:srgbClr val="007DB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FA71-C67A-5248-BF63-03BF43B66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440" y="1675497"/>
            <a:ext cx="3200400" cy="36576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811F-8E05-AA4E-9E43-B38B0CCEB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6745" y="1675497"/>
            <a:ext cx="3200400" cy="36576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BD6D41F-C468-43FE-8673-96D2E5AB062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47050" y="1675497"/>
            <a:ext cx="3200400" cy="36576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4B535-29AA-2042-A100-C11ED10B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065B1-CD1F-46F0-B6E6-34DDA8C63294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EDAB4-1026-7D4D-A1D7-40513CB4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79B00-907C-444C-8AEB-C0FFB2DE2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4F535C3-8186-4FE5-88AD-943359257A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6462" y="5422900"/>
            <a:ext cx="3200377" cy="274320"/>
          </a:xfrm>
        </p:spPr>
        <p:txBody>
          <a:bodyPr lIns="0">
            <a:noAutofit/>
          </a:bodyPr>
          <a:lstStyle>
            <a:lvl1pPr marL="0" indent="0" algn="l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349AD48-E355-4D85-A5B9-FB2C104271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25963" y="5422900"/>
            <a:ext cx="3200400" cy="274320"/>
          </a:xfrm>
        </p:spPr>
        <p:txBody>
          <a:bodyPr vert="horz" lIns="0" tIns="45720" rIns="91440" bIns="45720" rtlCol="0">
            <a:noAutofit/>
          </a:bodyPr>
          <a:lstStyle>
            <a:lvl1pPr marL="0" indent="0" algn="l">
              <a:buNone/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lang="en-US"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7831B7C-0690-4D86-813C-3EC2A0013E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7050" y="5422900"/>
            <a:ext cx="3200400" cy="274320"/>
          </a:xfrm>
        </p:spPr>
        <p:txBody>
          <a:bodyPr vert="horz" lIns="0" tIns="45720" rIns="91440" bIns="45720" rtlCol="0">
            <a:noAutofit/>
          </a:bodyPr>
          <a:lstStyle>
            <a:lvl1pPr marL="0" indent="0" algn="l">
              <a:buNone/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lang="en-US"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745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9610-83C7-3D4A-A4A5-4F86D0BA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733A5-E61B-484A-98BB-EF495F331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BBCD-C84B-484F-B0CB-510301F81D89}" type="datetime4">
              <a:rPr lang="en-US" smtClean="0"/>
              <a:t>December 1,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D9225-69CC-F845-BFAC-B0755ABB1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84432-1700-4F44-80E3-B4BFA442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6E2E3-6AFA-934A-9EBE-15A1044B7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830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95898B-20FB-6446-B900-F7A83C1FE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FBC38-75CA-A44C-A9FD-C3176D69D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ACF0B-5CAD-45DA-A4A3-921186D17866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D9AE2-9232-2646-963E-214DBDA7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64CC0D-2655-0C41-8B1D-74329726C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9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6988797-1F1B-4B04-8A4C-C7448A92D4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199" y="-1325563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Quote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5F9D0-007D-4DE0-8E22-F403BEF54F7D}"/>
              </a:ext>
            </a:extLst>
          </p:cNvPr>
          <p:cNvSpPr txBox="1"/>
          <p:nvPr userDrawn="1"/>
        </p:nvSpPr>
        <p:spPr>
          <a:xfrm>
            <a:off x="1714500" y="1463674"/>
            <a:ext cx="7048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0" dirty="0">
                <a:solidFill>
                  <a:srgbClr val="7575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0D9ABF-E45E-464F-B292-D0DEBD6669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460" y="2409825"/>
            <a:ext cx="7226300" cy="1746250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0743C-8D35-4D62-9118-28C8C56225A7}"/>
              </a:ext>
            </a:extLst>
          </p:cNvPr>
          <p:cNvSpPr txBox="1"/>
          <p:nvPr userDrawn="1"/>
        </p:nvSpPr>
        <p:spPr>
          <a:xfrm>
            <a:off x="9163050" y="3618142"/>
            <a:ext cx="7048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0" dirty="0">
                <a:solidFill>
                  <a:srgbClr val="7575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E988A-DF04-4686-BF17-A716DB03D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2534E-8EBA-4913-B113-93D523444FFF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19FC3-1BC1-4751-B9EA-E760893A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EFA13-4BB7-4CE8-A0EE-F367DEDA3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757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6D43-080D-8F4F-9ADF-A49BB6C9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99" y="607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51461-AF4C-1F43-AEEA-79424D0C6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585" y="1673224"/>
            <a:ext cx="10192657" cy="391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47AA2-6BFE-F04A-8258-381B24A99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904" y="63998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8DB96F-C361-40C7-A11A-A33DD600FC3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F60DE-F467-5A4D-97D4-1ED60328B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9989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0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451916-448D-084F-871F-01BF4E2B7E7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057A9-0926-7841-86C9-8895334BD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39741" y="639989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9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50" r:id="rId3"/>
    <p:sldLayoutId id="2147483651" r:id="rId4"/>
    <p:sldLayoutId id="2147483666" r:id="rId5"/>
    <p:sldLayoutId id="2147483652" r:id="rId6"/>
    <p:sldLayoutId id="2147483660" r:id="rId7"/>
    <p:sldLayoutId id="2147483665" r:id="rId8"/>
    <p:sldLayoutId id="2147483654" r:id="rId9"/>
    <p:sldLayoutId id="2147483655" r:id="rId10"/>
    <p:sldLayoutId id="214748366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7DB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DBB"/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4C9C1B-33C2-A717-1F50-66310672A8ED}"/>
              </a:ext>
            </a:extLst>
          </p:cNvPr>
          <p:cNvSpPr txBox="1"/>
          <p:nvPr/>
        </p:nvSpPr>
        <p:spPr>
          <a:xfrm>
            <a:off x="1318082" y="6206153"/>
            <a:ext cx="3883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Foods Program</a:t>
            </a:r>
          </a:p>
        </p:txBody>
      </p:sp>
    </p:spTree>
    <p:extLst>
      <p:ext uri="{BB962C8B-B14F-4D97-AF65-F5344CB8AC3E}">
        <p14:creationId xmlns:p14="http://schemas.microsoft.com/office/powerpoint/2010/main" val="121291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F57DB-14AC-F165-6E1B-6216B74A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03B98-75E0-447C-9964-6BA3CA0500CD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E572B-2B67-BAD5-7B75-4690C0F15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2D540-0F0A-8653-D725-19191214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Human Foods Program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A853B5-C95F-628C-C265-EAC41BD19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670" y="1745501"/>
            <a:ext cx="10500660" cy="2236722"/>
          </a:xfrm>
        </p:spPr>
        <p:txBody>
          <a:bodyPr>
            <a:noAutofit/>
          </a:bodyPr>
          <a:lstStyle/>
          <a:p>
            <a:pPr>
              <a:lnSpc>
                <a:spcPct val="111111"/>
              </a:lnSpc>
            </a:pPr>
            <a:r>
              <a:rPr lang="en-US" sz="4000" dirty="0"/>
              <a:t>Toxicokinetic Chemical Simulator (ToCS):</a:t>
            </a:r>
            <a:br>
              <a:rPr lang="en-US" sz="4000" dirty="0"/>
            </a:br>
            <a:r>
              <a:rPr lang="en-US" sz="4000" dirty="0"/>
              <a:t>A Graphical User Interface for High-Throughput Chemical Analysis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627813E-7EDF-FC55-6E2D-488E31A53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70" y="4299857"/>
            <a:ext cx="10604796" cy="19644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370"/>
              </a:lnSpc>
            </a:pPr>
            <a:r>
              <a:rPr lang="en-US" dirty="0"/>
              <a:t>Kristen Windoloski, Contractor</a:t>
            </a:r>
            <a:br>
              <a:rPr lang="en-US" dirty="0"/>
            </a:br>
            <a:r>
              <a:rPr lang="en-US" dirty="0"/>
              <a:t>Office of Scientific Coordination and Computational Sciences (OSCCS)</a:t>
            </a:r>
            <a:br>
              <a:rPr lang="en-US" dirty="0"/>
            </a:br>
            <a:r>
              <a:rPr lang="en-US" dirty="0"/>
              <a:t>Office of Laboratory Operations and Applied Science (OLOAS)</a:t>
            </a:r>
          </a:p>
        </p:txBody>
      </p:sp>
    </p:spTree>
    <p:extLst>
      <p:ext uri="{BB962C8B-B14F-4D97-AF65-F5344CB8AC3E}">
        <p14:creationId xmlns:p14="http://schemas.microsoft.com/office/powerpoint/2010/main" val="307201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6CE3D-E609-C546-8531-C3533919D9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11111"/>
              </a:lnSpc>
            </a:pPr>
            <a:r>
              <a:rPr lang="en-US" dirty="0"/>
              <a:t>Session II: </a:t>
            </a:r>
            <a:br>
              <a:rPr lang="en-US" dirty="0"/>
            </a:br>
            <a:r>
              <a:rPr lang="en-US" dirty="0"/>
              <a:t>Concentration-Time Profile Module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4D7FD-3E8A-4F6F-B3A4-2110D2ACF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A358F-B943-4689-A0E2-2C1BC2B5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8B1DC-653F-408B-BFDE-03A10E593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E51C-9673-4B7A-8422-9B11FD6A9AE3}" type="datetime4">
              <a:rPr lang="en-US" smtClean="0"/>
              <a:t>December 1,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33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68FD-418A-0C79-A278-C12520B54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4" y="599829"/>
            <a:ext cx="10515600" cy="548640"/>
          </a:xfrm>
        </p:spPr>
        <p:txBody>
          <a:bodyPr/>
          <a:lstStyle/>
          <a:p>
            <a:r>
              <a:rPr lang="en-US" dirty="0"/>
              <a:t>PBTK Modeling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141EB-D02D-9596-53A8-C02930867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B4F7C-909D-7936-4DAC-2768FD04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83F6D-A00E-CADF-AC16-C04EBAB7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B95CBD-57C6-4F04-3D44-D8B5875EBFB4}"/>
              </a:ext>
            </a:extLst>
          </p:cNvPr>
          <p:cNvSpPr txBox="1"/>
          <p:nvPr/>
        </p:nvSpPr>
        <p:spPr>
          <a:xfrm>
            <a:off x="368262" y="1608267"/>
            <a:ext cx="815023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Physiologically-based toxicokinetic (PBTK) or pharmacokinetic (PBPK) models predict how a chemical moves through the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Illustrates absorption, distribution, metabolism, and excretion (ADME) processes (‘what the body does to the chemical’)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Models consist of a system of ordinary differential equations (ODEs), where each equation describes the rate of change of the chemical amount/concentration in a model compartment over time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Compartments typically represent specific organs or tissues (may include other anatomical elements)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May consist of lumped compartments</a:t>
            </a:r>
          </a:p>
        </p:txBody>
      </p:sp>
      <p:pic>
        <p:nvPicPr>
          <p:cNvPr id="9" name="Picture 8" descr="Text&#10;&#10;AI-generated content may be incorrect.">
            <a:extLst>
              <a:ext uri="{FF2B5EF4-FFF2-40B4-BE49-F238E27FC236}">
                <a16:creationId xmlns:a16="http://schemas.microsoft.com/office/drawing/2014/main" id="{09251F9C-DD6B-2287-2735-E438C0EE7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416" y="1460324"/>
            <a:ext cx="2927753" cy="469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65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867FD-1538-96FE-B7CB-9EB963482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D49B0A-B39C-618C-6045-B5DBC8413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D4378-907F-D582-18CE-B98D6D2F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354259-C0D7-1FD3-62F7-26383C4DCAED}"/>
              </a:ext>
            </a:extLst>
          </p:cNvPr>
          <p:cNvSpPr txBox="1"/>
          <p:nvPr/>
        </p:nvSpPr>
        <p:spPr>
          <a:xfrm>
            <a:off x="835741" y="1443430"/>
            <a:ext cx="739741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Single Dose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One dose that does not repeat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1 dose at 8:00am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Multiple Doses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Evenly distributed daily doses (ideal for pharmaceuticals)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 amounts and times must be the same daily during every administration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1 dose every 8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Unevenly distributed doses (ideal for food)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 amounts may be different during every dose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 times can be uneven across 24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Doses do not need to occur daily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 1 dose at 8:00am, 12:00pm, and 6:00pm daily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7801A9-BEE5-3E0D-5365-8FC2619E2706}"/>
              </a:ext>
            </a:extLst>
          </p:cNvPr>
          <p:cNvGrpSpPr/>
          <p:nvPr/>
        </p:nvGrpSpPr>
        <p:grpSpPr>
          <a:xfrm>
            <a:off x="8540973" y="3184463"/>
            <a:ext cx="3431263" cy="1009273"/>
            <a:chOff x="8423278" y="2679827"/>
            <a:chExt cx="3431263" cy="100927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5C4F2B-6112-279A-F43E-E9CEA9A0321B}"/>
                </a:ext>
              </a:extLst>
            </p:cNvPr>
            <p:cNvSpPr/>
            <p:nvPr/>
          </p:nvSpPr>
          <p:spPr>
            <a:xfrm>
              <a:off x="8423278" y="3116089"/>
              <a:ext cx="3431263" cy="1788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C334C6-D5C4-101F-6105-BEDA4C95AB44}"/>
                </a:ext>
              </a:extLst>
            </p:cNvPr>
            <p:cNvSpPr txBox="1"/>
            <p:nvPr/>
          </p:nvSpPr>
          <p:spPr>
            <a:xfrm>
              <a:off x="9338048" y="3319768"/>
              <a:ext cx="1601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24-hour period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91DED8F-5503-484A-5547-C231E10E3E61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78" y="2679827"/>
              <a:ext cx="0" cy="41815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72E47D3-35FB-9A74-C078-6E1342E05AFB}"/>
                </a:ext>
              </a:extLst>
            </p:cNvPr>
            <p:cNvCxnSpPr>
              <a:cxnSpLocks/>
            </p:cNvCxnSpPr>
            <p:nvPr/>
          </p:nvCxnSpPr>
          <p:spPr>
            <a:xfrm>
              <a:off x="9634934" y="2679827"/>
              <a:ext cx="0" cy="41815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9675905-1A24-B267-75A2-E31EF754067E}"/>
                </a:ext>
              </a:extLst>
            </p:cNvPr>
            <p:cNvCxnSpPr>
              <a:cxnSpLocks/>
            </p:cNvCxnSpPr>
            <p:nvPr/>
          </p:nvCxnSpPr>
          <p:spPr>
            <a:xfrm>
              <a:off x="10774162" y="2679827"/>
              <a:ext cx="0" cy="41815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85F627-9305-0170-49C8-06527FE7C0E5}"/>
              </a:ext>
            </a:extLst>
          </p:cNvPr>
          <p:cNvGrpSpPr/>
          <p:nvPr/>
        </p:nvGrpSpPr>
        <p:grpSpPr>
          <a:xfrm>
            <a:off x="8540973" y="4996414"/>
            <a:ext cx="3431263" cy="1009273"/>
            <a:chOff x="8423278" y="4799502"/>
            <a:chExt cx="3431263" cy="100927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CB36AAB-31FF-73E2-F942-52B29B219756}"/>
                </a:ext>
              </a:extLst>
            </p:cNvPr>
            <p:cNvSpPr/>
            <p:nvPr/>
          </p:nvSpPr>
          <p:spPr>
            <a:xfrm>
              <a:off x="8423278" y="5235764"/>
              <a:ext cx="3431263" cy="1788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EB9823F-E51F-EE6C-4E76-3606AC3F12C2}"/>
                </a:ext>
              </a:extLst>
            </p:cNvPr>
            <p:cNvSpPr txBox="1"/>
            <p:nvPr/>
          </p:nvSpPr>
          <p:spPr>
            <a:xfrm>
              <a:off x="9338048" y="5439443"/>
              <a:ext cx="1601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24-hour period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7CB6055-507C-555E-BC10-091A925C83E6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78" y="4799502"/>
              <a:ext cx="0" cy="41815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19CEF0E-E321-94B9-B54B-074E7D95ACD4}"/>
                </a:ext>
              </a:extLst>
            </p:cNvPr>
            <p:cNvCxnSpPr>
              <a:cxnSpLocks/>
            </p:cNvCxnSpPr>
            <p:nvPr/>
          </p:nvCxnSpPr>
          <p:spPr>
            <a:xfrm>
              <a:off x="9055515" y="4799502"/>
              <a:ext cx="0" cy="41815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8572D1A-F1ED-8A8F-1F26-EAA35200364B}"/>
                </a:ext>
              </a:extLst>
            </p:cNvPr>
            <p:cNvCxnSpPr>
              <a:cxnSpLocks/>
            </p:cNvCxnSpPr>
            <p:nvPr/>
          </p:nvCxnSpPr>
          <p:spPr>
            <a:xfrm>
              <a:off x="9995574" y="4799502"/>
              <a:ext cx="0" cy="41815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3FE34C6-2F9B-4759-124E-9B76CC312DB5}"/>
              </a:ext>
            </a:extLst>
          </p:cNvPr>
          <p:cNvGrpSpPr/>
          <p:nvPr/>
        </p:nvGrpSpPr>
        <p:grpSpPr>
          <a:xfrm>
            <a:off x="8540971" y="1681527"/>
            <a:ext cx="3431263" cy="615068"/>
            <a:chOff x="8423278" y="2679827"/>
            <a:chExt cx="3431263" cy="61506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950AA60-E6C9-57DA-A51A-8A2A5B2D588B}"/>
                </a:ext>
              </a:extLst>
            </p:cNvPr>
            <p:cNvSpPr/>
            <p:nvPr/>
          </p:nvSpPr>
          <p:spPr>
            <a:xfrm>
              <a:off x="8423278" y="3116089"/>
              <a:ext cx="3431263" cy="1788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8254B69-3E78-EC2D-7EE0-900233EDDEAD}"/>
                </a:ext>
              </a:extLst>
            </p:cNvPr>
            <p:cNvCxnSpPr>
              <a:cxnSpLocks/>
            </p:cNvCxnSpPr>
            <p:nvPr/>
          </p:nvCxnSpPr>
          <p:spPr>
            <a:xfrm>
              <a:off x="8423278" y="2679827"/>
              <a:ext cx="0" cy="41815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A9A29703-7A39-DC13-E7DB-AF68E5BD9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4" y="599829"/>
            <a:ext cx="10515600" cy="548640"/>
          </a:xfrm>
        </p:spPr>
        <p:txBody>
          <a:bodyPr/>
          <a:lstStyle/>
          <a:p>
            <a:r>
              <a:rPr lang="en-US" dirty="0"/>
              <a:t>Available Dosing Scenarios</a:t>
            </a:r>
          </a:p>
        </p:txBody>
      </p:sp>
    </p:spTree>
    <p:extLst>
      <p:ext uri="{BB962C8B-B14F-4D97-AF65-F5344CB8AC3E}">
        <p14:creationId xmlns:p14="http://schemas.microsoft.com/office/powerpoint/2010/main" val="763041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6093C-4BEC-0A5B-7603-D0CCFBAB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FBDAA-5A97-4969-48B0-D2DAC071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50265-777C-C987-A888-41FC117F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1FD0B-63EB-F9E2-B73F-B73806F5C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4545AB-C26C-BCDD-0B89-8ADEFF717CB9}"/>
              </a:ext>
            </a:extLst>
          </p:cNvPr>
          <p:cNvSpPr txBox="1"/>
          <p:nvPr/>
        </p:nvSpPr>
        <p:spPr>
          <a:xfrm>
            <a:off x="5125260" y="1932655"/>
            <a:ext cx="62113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Plots and tables of the concentrations or amounts of a chemical over time in each model compartment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Summary statistics of the concentration-time profile curves within each model compartment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Cmax – maximal concentration or amount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Tmax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– time to Cmax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AUC – area under the curve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Represents the total exposure of the chemical over time</a:t>
            </a:r>
          </a:p>
        </p:txBody>
      </p:sp>
      <p:pic>
        <p:nvPicPr>
          <p:cNvPr id="9" name="Picture 8" descr="Diagram&#10;&#10;AI-generated content may be incorrect.">
            <a:extLst>
              <a:ext uri="{FF2B5EF4-FFF2-40B4-BE49-F238E27FC236}">
                <a16:creationId xmlns:a16="http://schemas.microsoft.com/office/drawing/2014/main" id="{5B92E450-1DBC-A57A-D687-EE825918D1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3" t="71419" r="67776" b="5742"/>
          <a:stretch>
            <a:fillRect/>
          </a:stretch>
        </p:blipFill>
        <p:spPr>
          <a:xfrm>
            <a:off x="819849" y="2797639"/>
            <a:ext cx="4070096" cy="1972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85E45DE-F2D5-ABE8-61D4-81192765EFC1}"/>
              </a:ext>
            </a:extLst>
          </p:cNvPr>
          <p:cNvSpPr txBox="1"/>
          <p:nvPr/>
        </p:nvSpPr>
        <p:spPr>
          <a:xfrm>
            <a:off x="905346" y="469515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Tmax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789F31-25EF-01DA-34B6-2FAABFFF1348}"/>
              </a:ext>
            </a:extLst>
          </p:cNvPr>
          <p:cNvSpPr txBox="1"/>
          <p:nvPr/>
        </p:nvSpPr>
        <p:spPr>
          <a:xfrm>
            <a:off x="238846" y="2716259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Cmax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6358274-00C9-8C5F-40C6-6885DC4FE783}"/>
              </a:ext>
            </a:extLst>
          </p:cNvPr>
          <p:cNvSpPr/>
          <p:nvPr/>
        </p:nvSpPr>
        <p:spPr>
          <a:xfrm>
            <a:off x="1059255" y="2906162"/>
            <a:ext cx="3739082" cy="1765426"/>
          </a:xfrm>
          <a:custGeom>
            <a:avLst/>
            <a:gdLst>
              <a:gd name="connsiteX0" fmla="*/ 0 w 3739082"/>
              <a:gd name="connsiteY0" fmla="*/ 1756373 h 1765426"/>
              <a:gd name="connsiteX1" fmla="*/ 72428 w 3739082"/>
              <a:gd name="connsiteY1" fmla="*/ 289711 h 1765426"/>
              <a:gd name="connsiteX2" fmla="*/ 90535 w 3739082"/>
              <a:gd name="connsiteY2" fmla="*/ 81482 h 1765426"/>
              <a:gd name="connsiteX3" fmla="*/ 135802 w 3739082"/>
              <a:gd name="connsiteY3" fmla="*/ 0 h 1765426"/>
              <a:gd name="connsiteX4" fmla="*/ 271604 w 3739082"/>
              <a:gd name="connsiteY4" fmla="*/ 172016 h 1765426"/>
              <a:gd name="connsiteX5" fmla="*/ 488888 w 3739082"/>
              <a:gd name="connsiteY5" fmla="*/ 534155 h 1765426"/>
              <a:gd name="connsiteX6" fmla="*/ 760492 w 3739082"/>
              <a:gd name="connsiteY6" fmla="*/ 860080 h 1765426"/>
              <a:gd name="connsiteX7" fmla="*/ 1131684 w 3739082"/>
              <a:gd name="connsiteY7" fmla="*/ 1140737 h 1765426"/>
              <a:gd name="connsiteX8" fmla="*/ 1358020 w 3739082"/>
              <a:gd name="connsiteY8" fmla="*/ 1294646 h 1765426"/>
              <a:gd name="connsiteX9" fmla="*/ 1774480 w 3739082"/>
              <a:gd name="connsiteY9" fmla="*/ 1439501 h 1765426"/>
              <a:gd name="connsiteX10" fmla="*/ 2326741 w 3739082"/>
              <a:gd name="connsiteY10" fmla="*/ 1566250 h 1765426"/>
              <a:gd name="connsiteX11" fmla="*/ 3132499 w 3739082"/>
              <a:gd name="connsiteY11" fmla="*/ 1647731 h 1765426"/>
              <a:gd name="connsiteX12" fmla="*/ 3603280 w 3739082"/>
              <a:gd name="connsiteY12" fmla="*/ 1665838 h 1765426"/>
              <a:gd name="connsiteX13" fmla="*/ 3739082 w 3739082"/>
              <a:gd name="connsiteY13" fmla="*/ 1656785 h 1765426"/>
              <a:gd name="connsiteX14" fmla="*/ 3739082 w 3739082"/>
              <a:gd name="connsiteY14" fmla="*/ 1765426 h 1765426"/>
              <a:gd name="connsiteX15" fmla="*/ 0 w 3739082"/>
              <a:gd name="connsiteY15" fmla="*/ 1756373 h 176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39082" h="1765426">
                <a:moveTo>
                  <a:pt x="0" y="1756373"/>
                </a:moveTo>
                <a:lnTo>
                  <a:pt x="72428" y="289711"/>
                </a:lnTo>
                <a:lnTo>
                  <a:pt x="90535" y="81482"/>
                </a:lnTo>
                <a:lnTo>
                  <a:pt x="135802" y="0"/>
                </a:lnTo>
                <a:lnTo>
                  <a:pt x="271604" y="172016"/>
                </a:lnTo>
                <a:lnTo>
                  <a:pt x="488888" y="534155"/>
                </a:lnTo>
                <a:lnTo>
                  <a:pt x="760492" y="860080"/>
                </a:lnTo>
                <a:lnTo>
                  <a:pt x="1131684" y="1140737"/>
                </a:lnTo>
                <a:lnTo>
                  <a:pt x="1358020" y="1294646"/>
                </a:lnTo>
                <a:lnTo>
                  <a:pt x="1774480" y="1439501"/>
                </a:lnTo>
                <a:lnTo>
                  <a:pt x="2326741" y="1566250"/>
                </a:lnTo>
                <a:lnTo>
                  <a:pt x="3132499" y="1647731"/>
                </a:lnTo>
                <a:lnTo>
                  <a:pt x="3603280" y="1665838"/>
                </a:lnTo>
                <a:lnTo>
                  <a:pt x="3739082" y="1656785"/>
                </a:lnTo>
                <a:lnTo>
                  <a:pt x="3739082" y="1765426"/>
                </a:lnTo>
                <a:lnTo>
                  <a:pt x="0" y="175637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83BB1C-7A56-FAE3-7EB0-6B0B554F3648}"/>
              </a:ext>
            </a:extLst>
          </p:cNvPr>
          <p:cNvCxnSpPr/>
          <p:nvPr/>
        </p:nvCxnSpPr>
        <p:spPr>
          <a:xfrm flipH="1">
            <a:off x="905346" y="2915216"/>
            <a:ext cx="301752" cy="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17B20-D350-1552-0829-1DEE1C8C8AF6}"/>
              </a:ext>
            </a:extLst>
          </p:cNvPr>
          <p:cNvCxnSpPr>
            <a:cxnSpLocks/>
          </p:cNvCxnSpPr>
          <p:nvPr/>
        </p:nvCxnSpPr>
        <p:spPr>
          <a:xfrm>
            <a:off x="1213164" y="2924269"/>
            <a:ext cx="0" cy="173736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ABE24FF-3181-CC7C-4BF5-26CE6DE762DE}"/>
              </a:ext>
            </a:extLst>
          </p:cNvPr>
          <p:cNvSpPr txBox="1"/>
          <p:nvPr/>
        </p:nvSpPr>
        <p:spPr>
          <a:xfrm>
            <a:off x="1501652" y="409860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AUC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B4F0575-8E53-BE69-E8E7-E089C5FEDC3A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Concentration-Time Profile Module Outputs</a:t>
            </a:r>
          </a:p>
        </p:txBody>
      </p:sp>
    </p:spTree>
    <p:extLst>
      <p:ext uri="{BB962C8B-B14F-4D97-AF65-F5344CB8AC3E}">
        <p14:creationId xmlns:p14="http://schemas.microsoft.com/office/powerpoint/2010/main" val="134993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DD6F-1CF6-8FAF-9777-354B347B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06E82-6704-6277-46A2-F66B5D2DC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1377B-316F-2E62-F5AF-8FC4ED4A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83A27-F504-D37B-2903-22A6CAED61D5}"/>
              </a:ext>
            </a:extLst>
          </p:cNvPr>
          <p:cNvSpPr txBox="1"/>
          <p:nvPr/>
        </p:nvSpPr>
        <p:spPr>
          <a:xfrm>
            <a:off x="724684" y="1637378"/>
            <a:ext cx="591208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Species and species preferences (if applicable)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 selection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Number of simulation days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silico parameter preference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Dosing method, units, frequency, and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Chemicals to simulate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2AB09-9B24-811D-B61C-7137AE15A921}"/>
              </a:ext>
            </a:extLst>
          </p:cNvPr>
          <p:cNvSpPr txBox="1"/>
          <p:nvPr/>
        </p:nvSpPr>
        <p:spPr>
          <a:xfrm>
            <a:off x="6915935" y="1637378"/>
            <a:ext cx="48101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Optional: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Initial compartment values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Bioavailability settings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 solver settings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 calculation preferences involving the hepatic clearance, fraction unbound in plasma, ratio of chemical concentration in blood to plasma, and partition coefficients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F876A5-ED8E-A60F-EB50-A942B3833231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Concentration-Time Profile Module Inputs</a:t>
            </a:r>
          </a:p>
        </p:txBody>
      </p:sp>
    </p:spTree>
    <p:extLst>
      <p:ext uri="{BB962C8B-B14F-4D97-AF65-F5344CB8AC3E}">
        <p14:creationId xmlns:p14="http://schemas.microsoft.com/office/powerpoint/2010/main" val="146531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B393A-9814-0793-B719-70A4F3890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85" y="1437366"/>
            <a:ext cx="10192657" cy="470779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Obtain the concentration-time profiles of five indirect food additives during all three trimesters of human pregnancy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Use the available in silico parameters</a:t>
            </a:r>
            <a:br>
              <a:rPr lang="en-US" dirty="0"/>
            </a:br>
            <a:endParaRPr lang="en-US" dirty="0"/>
          </a:p>
          <a:p>
            <a:r>
              <a:rPr lang="en-US" dirty="0"/>
              <a:t>Orally consumes 0.5 mg/kg BW of each chemical twice a day (every 12 hours), every day for the entire pregnancy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C8679-4A41-0FD7-ADAE-EAEC40A3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8D2B7-A3C9-D176-8251-82051502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124FD-B4E6-4992-31B0-B31FF3ED7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0B852F-1947-FAE8-47E6-1024F79BC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968376"/>
              </p:ext>
            </p:extLst>
          </p:nvPr>
        </p:nvGraphicFramePr>
        <p:xfrm>
          <a:off x="2996294" y="2335721"/>
          <a:ext cx="602523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9211">
                  <a:extLst>
                    <a:ext uri="{9D8B030D-6E8A-4147-A177-3AD203B41FA5}">
                      <a16:colId xmlns:a16="http://schemas.microsoft.com/office/drawing/2014/main" val="4055992754"/>
                    </a:ext>
                  </a:extLst>
                </a:gridCol>
                <a:gridCol w="2096026">
                  <a:extLst>
                    <a:ext uri="{9D8B030D-6E8A-4147-A177-3AD203B41FA5}">
                      <a16:colId xmlns:a16="http://schemas.microsoft.com/office/drawing/2014/main" val="3209741333"/>
                    </a:ext>
                  </a:extLst>
                </a:gridCol>
              </a:tblGrid>
              <a:tr h="2766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Chemical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53871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Cyclohexylamine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108-91-8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961621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Triethanolamine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102-71-6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640416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4,4’-sulfonyldiphenol (Bisphenol 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80-09-1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884224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Ethanolamine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141-43-5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970655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Dodecylguanidine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acetate (</a:t>
                      </a:r>
                      <a:r>
                        <a:rPr lang="en-US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Diodine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2439-10-3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356694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51614EC7-D3BE-0453-E115-C3786965DD86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1 Scenario</a:t>
            </a:r>
          </a:p>
        </p:txBody>
      </p:sp>
    </p:spTree>
    <p:extLst>
      <p:ext uri="{BB962C8B-B14F-4D97-AF65-F5344CB8AC3E}">
        <p14:creationId xmlns:p14="http://schemas.microsoft.com/office/powerpoint/2010/main" val="3167956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0052-B609-8965-AA2E-E3DC92E9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74DCFA-891C-71CB-92CE-C3BE8CFEDE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9282"/>
          <a:stretch>
            <a:fillRect/>
          </a:stretch>
        </p:blipFill>
        <p:spPr>
          <a:xfrm>
            <a:off x="539927" y="1531396"/>
            <a:ext cx="11112145" cy="3795207"/>
          </a:xfr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E4FC1-5934-D411-B875-6E8D8FCB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44607-451A-F205-8076-4B7DD390C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C9282-73C5-B842-2B38-051572B5D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D32F32-B353-82A8-F2F3-910E6A03C725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1: General Parameters Tab</a:t>
            </a:r>
          </a:p>
        </p:txBody>
      </p:sp>
    </p:spTree>
    <p:extLst>
      <p:ext uri="{BB962C8B-B14F-4D97-AF65-F5344CB8AC3E}">
        <p14:creationId xmlns:p14="http://schemas.microsoft.com/office/powerpoint/2010/main" val="1843051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BD161-27B2-DD10-A63D-11BDF9BB6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E4A24-73D4-2097-DDAA-027B8411B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B9712-8FA3-C10F-B0B9-A568D314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E4DCB-6F34-2525-13B3-666C61658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8F66D2A-AB5C-F9F0-45F2-63B2563F69D4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1: Model Specifications Tab</a:t>
            </a:r>
          </a:p>
        </p:txBody>
      </p:sp>
      <p:pic>
        <p:nvPicPr>
          <p:cNvPr id="10" name="Picture 9" descr="Graphical user interface, text, application, email&#10;&#10;AI-generated content may be incorrect.">
            <a:extLst>
              <a:ext uri="{FF2B5EF4-FFF2-40B4-BE49-F238E27FC236}">
                <a16:creationId xmlns:a16="http://schemas.microsoft.com/office/drawing/2014/main" id="{BA9C23CC-C0BF-422C-00DE-A190F9E6A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29" y="1300637"/>
            <a:ext cx="9065342" cy="50992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5470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41311-B1F1-DDF6-EF59-EAF3B142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Graphical user interface, text, application&#10;&#10;AI-generated content may be incorrect.">
            <a:extLst>
              <a:ext uri="{FF2B5EF4-FFF2-40B4-BE49-F238E27FC236}">
                <a16:creationId xmlns:a16="http://schemas.microsoft.com/office/drawing/2014/main" id="{240381A5-B1EA-CD4E-E1F5-DDC5B950C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7930"/>
          <a:stretch>
            <a:fillRect/>
          </a:stretch>
        </p:blipFill>
        <p:spPr>
          <a:xfrm>
            <a:off x="604608" y="2403475"/>
            <a:ext cx="10982783" cy="2598963"/>
          </a:xfr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2BAAE-CCEB-F1E2-4BD3-7045D8EA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FBFBA-BD37-42D6-91C4-82DF64C8B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C8BF4-32F8-1FD0-1808-A33571A17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859FB39-5BEA-B309-EA42-DBD56AF2A1EE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1: Compound Selection Tab</a:t>
            </a:r>
          </a:p>
        </p:txBody>
      </p:sp>
    </p:spTree>
    <p:extLst>
      <p:ext uri="{BB962C8B-B14F-4D97-AF65-F5344CB8AC3E}">
        <p14:creationId xmlns:p14="http://schemas.microsoft.com/office/powerpoint/2010/main" val="2597885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35BE2-5369-C80E-2C8F-A4B7A6C0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Graphical user interface, application, Word&#10;&#10;AI-generated content may be incorrect.">
            <a:extLst>
              <a:ext uri="{FF2B5EF4-FFF2-40B4-BE49-F238E27FC236}">
                <a16:creationId xmlns:a16="http://schemas.microsoft.com/office/drawing/2014/main" id="{ADDEECE8-2E8D-4861-BD98-718ADEB35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19"/>
          <a:stretch>
            <a:fillRect/>
          </a:stretch>
        </p:blipFill>
        <p:spPr>
          <a:xfrm>
            <a:off x="780140" y="2477090"/>
            <a:ext cx="10649735" cy="1903820"/>
          </a:xfr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9E975-8D7F-F2EB-4A93-06FD51B1B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0EAAA-F26F-8CDA-36DD-1AA4C953B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1E865-A520-EC1D-3E68-88454E36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CE4B9F-72D9-6C69-4621-5089D68B24EA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1: Advanced Parameters Tab</a:t>
            </a:r>
          </a:p>
        </p:txBody>
      </p:sp>
    </p:spTree>
    <p:extLst>
      <p:ext uri="{BB962C8B-B14F-4D97-AF65-F5344CB8AC3E}">
        <p14:creationId xmlns:p14="http://schemas.microsoft.com/office/powerpoint/2010/main" val="3421008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9F87-DFF0-9DD0-762E-99539A4E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Graphical user interface, text, application, email&#10;&#10;AI-generated content may be incorrect.">
            <a:extLst>
              <a:ext uri="{FF2B5EF4-FFF2-40B4-BE49-F238E27FC236}">
                <a16:creationId xmlns:a16="http://schemas.microsoft.com/office/drawing/2014/main" id="{69E7ED86-745B-127D-28D5-986D8698F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1257"/>
          <a:stretch>
            <a:fillRect/>
          </a:stretch>
        </p:blipFill>
        <p:spPr>
          <a:xfrm>
            <a:off x="628525" y="2038350"/>
            <a:ext cx="11226016" cy="3077936"/>
          </a:xfr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23687-8D45-1B46-2612-7469C3EB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4E16E-515E-4A3A-0543-9F2A5D907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4E3E2-0EEC-B627-3410-85224684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C7D83DD-12F3-0415-CB80-22EF4BD6FE79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1: Run Simulation Tab</a:t>
            </a:r>
          </a:p>
        </p:txBody>
      </p:sp>
    </p:spTree>
    <p:extLst>
      <p:ext uri="{BB962C8B-B14F-4D97-AF65-F5344CB8AC3E}">
        <p14:creationId xmlns:p14="http://schemas.microsoft.com/office/powerpoint/2010/main" val="2418435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548B-B818-2FFA-C902-7DE7B024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6CAEB-B9F2-3F99-77C0-D31CCEE8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71767-6F52-DD2B-636B-E6F84C0E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B16C4-3402-7E92-EA3A-783C51973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E694E2-1700-6FED-ABFD-403582F0DB75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1: Run Simulation Tab</a:t>
            </a:r>
          </a:p>
        </p:txBody>
      </p:sp>
      <p:pic>
        <p:nvPicPr>
          <p:cNvPr id="9" name="Picture 8" descr="Graphical user interface, diagram, application&#10;&#10;AI-generated content may be incorrect.">
            <a:extLst>
              <a:ext uri="{FF2B5EF4-FFF2-40B4-BE49-F238E27FC236}">
                <a16:creationId xmlns:a16="http://schemas.microsoft.com/office/drawing/2014/main" id="{99E49644-0794-236A-58EA-EFC584468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342" y="1167901"/>
            <a:ext cx="9301316" cy="52319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80602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15507-AD08-D0EE-1DF9-95249C08C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DEBEB-4943-23FC-2C99-236FF5A10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3681E-B8D1-B066-FA8D-687CD250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63C6B-9416-B39D-410C-520C3F20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5FB4E0-51E6-98CD-F9BB-DCA8BA5B3D4C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1: Run Simulation Tab</a:t>
            </a:r>
          </a:p>
        </p:txBody>
      </p:sp>
      <p:pic>
        <p:nvPicPr>
          <p:cNvPr id="7" name="Picture 6" descr="Chart&#10;&#10;AI-generated content may be incorrect.">
            <a:extLst>
              <a:ext uri="{FF2B5EF4-FFF2-40B4-BE49-F238E27FC236}">
                <a16:creationId xmlns:a16="http://schemas.microsoft.com/office/drawing/2014/main" id="{90CEE28B-BCDB-B7D4-5329-31FE48028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903" y="1270907"/>
            <a:ext cx="9118194" cy="51289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63639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17A95-E721-80A9-1359-9D17B1BD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8BD12-04C5-3E24-B957-1F24BD259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56E1F-E78C-7BDF-A6B1-B451BB7A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28A99-50D6-F7DF-C579-F7E82E91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005F278-A038-5207-AB8A-9B9DFCEF39ED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1: Run Simulation Tab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99A2D6-53FE-BAEB-6B85-60AD078F7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1" y="1230083"/>
            <a:ext cx="9045677" cy="508819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79713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E4BC4-E0F5-DA5B-5372-4A63D54B8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0B453-AE48-6623-4ADB-0602674A2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85" y="1518275"/>
            <a:ext cx="10192657" cy="460722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Obtain the human concentration-time profiles of three food color additives using the </a:t>
            </a:r>
            <a:r>
              <a:rPr lang="en-US" dirty="0" err="1"/>
              <a:t>pbtk</a:t>
            </a:r>
            <a:r>
              <a:rPr lang="en-US" dirty="0"/>
              <a:t> model over 30 days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Do not use the available in silico parameters</a:t>
            </a:r>
            <a:br>
              <a:rPr lang="en-US" dirty="0"/>
            </a:br>
            <a:endParaRPr lang="en-US" dirty="0"/>
          </a:p>
          <a:p>
            <a:r>
              <a:rPr lang="en-US" dirty="0"/>
              <a:t>Orally consume 1 mg/kg BW of each chemical at the start of every other day</a:t>
            </a:r>
          </a:p>
          <a:p>
            <a:endParaRPr lang="en-US" dirty="0"/>
          </a:p>
          <a:p>
            <a:r>
              <a:rPr lang="en-US" dirty="0"/>
              <a:t>Use a 1.5 caco-2 apical-to-basal membrane permeability value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00BA0-153E-1428-A1F8-37F0BA09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C0975-A231-8145-52A0-1E1E12A8E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4C67F-8E6F-D4E3-E6D4-EB79BBFC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915BFC1-770E-0742-883D-2D592E2C7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96446"/>
              </p:ext>
            </p:extLst>
          </p:nvPr>
        </p:nvGraphicFramePr>
        <p:xfrm>
          <a:off x="2996294" y="2243605"/>
          <a:ext cx="602523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9211">
                  <a:extLst>
                    <a:ext uri="{9D8B030D-6E8A-4147-A177-3AD203B41FA5}">
                      <a16:colId xmlns:a16="http://schemas.microsoft.com/office/drawing/2014/main" val="4055992754"/>
                    </a:ext>
                  </a:extLst>
                </a:gridCol>
                <a:gridCol w="2096026">
                  <a:extLst>
                    <a:ext uri="{9D8B030D-6E8A-4147-A177-3AD203B41FA5}">
                      <a16:colId xmlns:a16="http://schemas.microsoft.com/office/drawing/2014/main" val="3209741333"/>
                    </a:ext>
                  </a:extLst>
                </a:gridCol>
              </a:tblGrid>
              <a:tr h="27662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Chemical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553871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FD&amp;C Yellow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2783-94-0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640416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FD&amp;C Green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2353-45-9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884224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r>
                        <a:rPr lang="es-E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Ponceau 4R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2611-82-7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356694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AF43293F-E3A3-956D-BC75-F10A6DA52BA5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2 Scenario</a:t>
            </a:r>
          </a:p>
        </p:txBody>
      </p:sp>
    </p:spTree>
    <p:extLst>
      <p:ext uri="{BB962C8B-B14F-4D97-AF65-F5344CB8AC3E}">
        <p14:creationId xmlns:p14="http://schemas.microsoft.com/office/powerpoint/2010/main" val="886611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6F89E-5AD0-D193-1E10-6D1CA74BD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67C22-C181-69EC-2B03-AE3419E1A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36A62-EB53-35CB-333E-3541E4E3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7E659-9E6C-1DCA-0283-08CC39A3A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11" name="Picture 10" descr="Graphical user interface, application, Word&#10;&#10;AI-generated content may be incorrect.">
            <a:extLst>
              <a:ext uri="{FF2B5EF4-FFF2-40B4-BE49-F238E27FC236}">
                <a16:creationId xmlns:a16="http://schemas.microsoft.com/office/drawing/2014/main" id="{53D7BEF2-7BB7-4E82-A9AD-2A3187B09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15" y="1268982"/>
            <a:ext cx="8907370" cy="50103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0F5FD3F-1EE5-AFF5-8623-CACDA81AA827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2: General Parameters Tab</a:t>
            </a:r>
          </a:p>
        </p:txBody>
      </p:sp>
    </p:spTree>
    <p:extLst>
      <p:ext uri="{BB962C8B-B14F-4D97-AF65-F5344CB8AC3E}">
        <p14:creationId xmlns:p14="http://schemas.microsoft.com/office/powerpoint/2010/main" val="2567814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899BB-6567-63DB-DAF3-CCB86D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C1401-1B7F-F10D-BA50-8582EF42A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45BF1-E932-F7F1-8D33-70641CD46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86299-0E6A-77B5-09BB-B9ED00E8F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7" name="Picture 6" descr="Graphical user interface, text, application, email&#10;&#10;AI-generated content may be incorrect.">
            <a:extLst>
              <a:ext uri="{FF2B5EF4-FFF2-40B4-BE49-F238E27FC236}">
                <a16:creationId xmlns:a16="http://schemas.microsoft.com/office/drawing/2014/main" id="{93BE124C-6B6E-A66B-CA47-7217F8C96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155" y="1166455"/>
            <a:ext cx="9103360" cy="51206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77A988D-0EE9-D055-52B4-4365C2C91E5B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2: Model Specifications Tab</a:t>
            </a:r>
          </a:p>
        </p:txBody>
      </p:sp>
    </p:spTree>
    <p:extLst>
      <p:ext uri="{BB962C8B-B14F-4D97-AF65-F5344CB8AC3E}">
        <p14:creationId xmlns:p14="http://schemas.microsoft.com/office/powerpoint/2010/main" val="2653474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41F20-5E24-4D98-8676-AB27A65A7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9F837-BE86-6131-8901-08A2E5B17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7E1B4-13C5-9F8E-08E6-FAA7CB7F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ED600-3BC0-4444-D91A-641B3CF9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7" name="Picture 6" descr="Graphical user interface, application, Word&#10;&#10;AI-generated content may be incorrect.">
            <a:extLst>
              <a:ext uri="{FF2B5EF4-FFF2-40B4-BE49-F238E27FC236}">
                <a16:creationId xmlns:a16="http://schemas.microsoft.com/office/drawing/2014/main" id="{D856CC6A-F0E3-1061-0D3D-BB085C98D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662" y="1348291"/>
            <a:ext cx="8728676" cy="49098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8FDA64F-8467-AA40-D5E9-52224B1FCC7E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2: Compound Selection Tab</a:t>
            </a:r>
          </a:p>
        </p:txBody>
      </p:sp>
    </p:spTree>
    <p:extLst>
      <p:ext uri="{BB962C8B-B14F-4D97-AF65-F5344CB8AC3E}">
        <p14:creationId xmlns:p14="http://schemas.microsoft.com/office/powerpoint/2010/main" val="4235587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AD484-C21C-A021-BB6E-8C1EDCF6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89661-294E-CE3E-8278-B0C765C1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AD9D1-F95B-1747-415C-911D3D6C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8D1C8-8610-EA8D-0845-1F0A354F6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7" name="Picture 6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806ED35A-0E4E-B120-B473-A2A43F49FB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43" b="29274"/>
          <a:stretch>
            <a:fillRect/>
          </a:stretch>
        </p:blipFill>
        <p:spPr>
          <a:xfrm>
            <a:off x="533365" y="1372913"/>
            <a:ext cx="10716656" cy="461132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27B4C64-BE5E-3822-8858-AB0A424DF8AC}"/>
              </a:ext>
            </a:extLst>
          </p:cNvPr>
          <p:cNvSpPr/>
          <p:nvPr/>
        </p:nvSpPr>
        <p:spPr>
          <a:xfrm>
            <a:off x="4724400" y="4819858"/>
            <a:ext cx="1273277" cy="2634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63F921-EC45-CBFF-B3C7-15EEDA10D721}"/>
              </a:ext>
            </a:extLst>
          </p:cNvPr>
          <p:cNvSpPr/>
          <p:nvPr/>
        </p:nvSpPr>
        <p:spPr>
          <a:xfrm>
            <a:off x="2851354" y="1707948"/>
            <a:ext cx="3067665" cy="4846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72F10D-F24E-962B-D1D9-B9ED89D70E1C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2: Uploading Data for Ponceau 4R</a:t>
            </a:r>
          </a:p>
        </p:txBody>
      </p:sp>
    </p:spTree>
    <p:extLst>
      <p:ext uri="{BB962C8B-B14F-4D97-AF65-F5344CB8AC3E}">
        <p14:creationId xmlns:p14="http://schemas.microsoft.com/office/powerpoint/2010/main" val="4194488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4214E-975E-C562-3E5D-5C036C8D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F10B7-FC3B-1372-838D-A913F954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AC959-C9DB-1D4D-9C93-5C586BAA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5945F-2082-B55E-A862-0A13A419A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8" name="Picture 7" descr="Graphical user interface&#10;&#10;AI-generated content may be incorrect.">
            <a:extLst>
              <a:ext uri="{FF2B5EF4-FFF2-40B4-BE49-F238E27FC236}">
                <a16:creationId xmlns:a16="http://schemas.microsoft.com/office/drawing/2014/main" id="{7F21398E-507E-9AAA-9EB6-72A63DC023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32" r="33952" b="20143"/>
          <a:stretch>
            <a:fillRect/>
          </a:stretch>
        </p:blipFill>
        <p:spPr>
          <a:xfrm>
            <a:off x="1591600" y="1110993"/>
            <a:ext cx="8768437" cy="52888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98CC6-4403-9340-1FF0-9575D2BBF66F}"/>
              </a:ext>
            </a:extLst>
          </p:cNvPr>
          <p:cNvSpPr/>
          <p:nvPr/>
        </p:nvSpPr>
        <p:spPr>
          <a:xfrm>
            <a:off x="4257368" y="1427337"/>
            <a:ext cx="3647767" cy="5604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4EF95B-F76F-3692-2B9E-63F579A4286D}"/>
              </a:ext>
            </a:extLst>
          </p:cNvPr>
          <p:cNvSpPr/>
          <p:nvPr/>
        </p:nvSpPr>
        <p:spPr>
          <a:xfrm>
            <a:off x="3086104" y="4008304"/>
            <a:ext cx="7273933" cy="2392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294B1C-1E4F-074C-9F14-B07A12B6EB86}"/>
              </a:ext>
            </a:extLst>
          </p:cNvPr>
          <p:cNvSpPr/>
          <p:nvPr/>
        </p:nvSpPr>
        <p:spPr>
          <a:xfrm>
            <a:off x="3086104" y="4399935"/>
            <a:ext cx="7273933" cy="2392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940533-18A3-E6D5-B045-659BF9B820FB}"/>
              </a:ext>
            </a:extLst>
          </p:cNvPr>
          <p:cNvSpPr/>
          <p:nvPr/>
        </p:nvSpPr>
        <p:spPr>
          <a:xfrm>
            <a:off x="3086104" y="5160682"/>
            <a:ext cx="7273933" cy="2699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FC4457-CEB8-386E-5EAA-FBEDFF9BD035}"/>
              </a:ext>
            </a:extLst>
          </p:cNvPr>
          <p:cNvSpPr/>
          <p:nvPr/>
        </p:nvSpPr>
        <p:spPr>
          <a:xfrm>
            <a:off x="3086103" y="5583063"/>
            <a:ext cx="7273933" cy="4251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C5EE77-4B73-55D8-53EB-22736B6A039F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2: Uploading Data for Ponceau 4R</a:t>
            </a:r>
          </a:p>
        </p:txBody>
      </p:sp>
    </p:spTree>
    <p:extLst>
      <p:ext uri="{BB962C8B-B14F-4D97-AF65-F5344CB8AC3E}">
        <p14:creationId xmlns:p14="http://schemas.microsoft.com/office/powerpoint/2010/main" val="3986082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89E30-DD79-1706-014B-F1326EF04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59D4B-91E1-013E-14C2-8A672A0CE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CD01A-FBF1-0DA8-E8BC-11C2E649B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F6983-C9CB-5A8E-32AC-26137AED6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7" name="Picture 6" descr="Graphical user interface, text, application, Word&#10;&#10;AI-generated content may be incorrect.">
            <a:extLst>
              <a:ext uri="{FF2B5EF4-FFF2-40B4-BE49-F238E27FC236}">
                <a16:creationId xmlns:a16="http://schemas.microsoft.com/office/drawing/2014/main" id="{9C9FA12A-6247-9D75-F8E2-DAE0FB9E1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497" y="1278647"/>
            <a:ext cx="8873006" cy="49910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B3349D8-BB02-6E7D-BF16-5EC78B51422A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2: Advanced Parameters Tab</a:t>
            </a:r>
          </a:p>
        </p:txBody>
      </p:sp>
    </p:spTree>
    <p:extLst>
      <p:ext uri="{BB962C8B-B14F-4D97-AF65-F5344CB8AC3E}">
        <p14:creationId xmlns:p14="http://schemas.microsoft.com/office/powerpoint/2010/main" val="1231915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7958E-39DD-E9E5-A473-8D876A42B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D3868-62E0-E5F9-4B17-ACA96BF0A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F81FD-12BD-B3CF-F317-214A574A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7F8E-90AF-7EB6-C311-C21FC30C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7" name="Picture 6" descr="Chart, line chart&#10;&#10;AI-generated content may be incorrect.">
            <a:extLst>
              <a:ext uri="{FF2B5EF4-FFF2-40B4-BE49-F238E27FC236}">
                <a16:creationId xmlns:a16="http://schemas.microsoft.com/office/drawing/2014/main" id="{9AD96D64-D2B0-0CB1-BB12-28505B643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644" y="1292020"/>
            <a:ext cx="8828712" cy="49661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10C6576-CD86-2B61-42D0-08F85FF3854F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2: Run Simulation Tab</a:t>
            </a:r>
          </a:p>
        </p:txBody>
      </p:sp>
    </p:spTree>
    <p:extLst>
      <p:ext uri="{BB962C8B-B14F-4D97-AF65-F5344CB8AC3E}">
        <p14:creationId xmlns:p14="http://schemas.microsoft.com/office/powerpoint/2010/main" val="2365296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5FFE6-59D3-954C-D16D-13DEC4E47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ABD71-3351-83D8-51B6-D5CB6CFA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0066D-5538-FBF5-A1E3-4594D2F4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EBF28-3A98-609F-10AF-2EE64A73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7" name="Picture 6" descr="Chart, scatter chart&#10;&#10;AI-generated content may be incorrect.">
            <a:extLst>
              <a:ext uri="{FF2B5EF4-FFF2-40B4-BE49-F238E27FC236}">
                <a16:creationId xmlns:a16="http://schemas.microsoft.com/office/drawing/2014/main" id="{7BBEBC1E-8D5E-7574-F409-0ABB1030B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392" y="1299401"/>
            <a:ext cx="8799215" cy="49495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A8EB21C-3077-055E-2D92-271D32BBBA58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2: Run Simulation Tab</a:t>
            </a:r>
          </a:p>
        </p:txBody>
      </p:sp>
    </p:spTree>
    <p:extLst>
      <p:ext uri="{BB962C8B-B14F-4D97-AF65-F5344CB8AC3E}">
        <p14:creationId xmlns:p14="http://schemas.microsoft.com/office/powerpoint/2010/main" val="262334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8DD1D-8C0E-6E77-498F-CAA77F07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7E8E9-B65D-D882-3EFE-5B90B010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3DF17-4AB6-4238-A389-A568656994F8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77ECA-1ED7-1EE3-A8AB-EA6C9080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9DEA1-ACFE-CB1D-7FFB-A41CB575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pic>
        <p:nvPicPr>
          <p:cNvPr id="7" name="Picture 6" descr="Graphical user interface, table&#10;&#10;AI-generated content may be incorrect.">
            <a:extLst>
              <a:ext uri="{FF2B5EF4-FFF2-40B4-BE49-F238E27FC236}">
                <a16:creationId xmlns:a16="http://schemas.microsoft.com/office/drawing/2014/main" id="{AE4818C2-179D-CF51-1215-44BF50324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482" y="1263451"/>
            <a:ext cx="8927035" cy="502145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9CF09C1-566C-DF55-3C47-FAB8492D8515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Example 2: Run Simulation Tab</a:t>
            </a:r>
          </a:p>
        </p:txBody>
      </p:sp>
    </p:spTree>
    <p:extLst>
      <p:ext uri="{BB962C8B-B14F-4D97-AF65-F5344CB8AC3E}">
        <p14:creationId xmlns:p14="http://schemas.microsoft.com/office/powerpoint/2010/main" val="3320287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A9F31-DCA5-B687-FA0D-17D581FB7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69A3C-0C4E-EF5D-39AD-390A8935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BBCD-C84B-484F-B0CB-510301F81D89}" type="datetime4">
              <a:rPr lang="en-US" smtClean="0"/>
              <a:t>December 1,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9CF00-79E9-1CF9-EC41-35C35C9E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4ADC2-88B4-7FCC-8693-3BC0B5EE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FC12C-95BA-782E-665D-9A1BEC8012A1}"/>
              </a:ext>
            </a:extLst>
          </p:cNvPr>
          <p:cNvSpPr txBox="1"/>
          <p:nvPr/>
        </p:nvSpPr>
        <p:spPr>
          <a:xfrm>
            <a:off x="491613" y="1314745"/>
            <a:ext cx="1113994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Try your own simulation in the Concentration-Time Profiles module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Obtain the rat concentration-time profiles of three chemicals of your choosing across 8 days and use the following inputs: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rat parameter data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the 3-compartment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Give a 2 mg/kg dose of each chemical at the start of day 0, 2, 4, and 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 not allow the use of in silico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100% bioavailability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Begin with 1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umol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each chemical in the gut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CBEC9F7-67FC-CB2F-CB83-B9FF80C27EF7}"/>
              </a:ext>
            </a:extLst>
          </p:cNvPr>
          <p:cNvSpPr txBox="1">
            <a:spLocks/>
          </p:cNvSpPr>
          <p:nvPr/>
        </p:nvSpPr>
        <p:spPr>
          <a:xfrm>
            <a:off x="342904" y="599829"/>
            <a:ext cx="105156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007DB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Try It On Your Own</a:t>
            </a:r>
          </a:p>
        </p:txBody>
      </p:sp>
    </p:spTree>
    <p:extLst>
      <p:ext uri="{BB962C8B-B14F-4D97-AF65-F5344CB8AC3E}">
        <p14:creationId xmlns:p14="http://schemas.microsoft.com/office/powerpoint/2010/main" val="2442959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04AF1-CACF-97E9-A200-429B7313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4C767-B1F3-C539-E4CE-FBA16597B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339" y="2790517"/>
            <a:ext cx="10249321" cy="1276966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CFE55-A837-24D8-9C6F-DA14C699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F0664-E376-4DA1-82B9-739BA9A2E335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65D00-E6AE-7E1C-AEE0-DD4E0F94E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88491-CC21-C186-03BA-719D30F2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956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38826-EDDA-C1D2-AD99-447675FE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56BAC-488A-A5BD-92AC-574C3DC1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9087BC-5611-739E-6146-727069F5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Human Foods Program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D4F2B-6E94-D5F6-22E5-670C4F49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DD70E-D087-43AE-A3E2-3BE1200A2DF0}" type="datetime4">
              <a:rPr lang="en-US" smtClean="0"/>
              <a:t>December 1, 2025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212292-75DC-68C7-DA61-2F82EFEFF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339" y="2790517"/>
            <a:ext cx="10249321" cy="1276966"/>
          </a:xfrm>
        </p:spPr>
        <p:txBody>
          <a:bodyPr/>
          <a:lstStyle/>
          <a:p>
            <a:r>
              <a:rPr lang="en-US"/>
              <a:t>10-Minute Break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10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DA Center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3b743dd-490c-4ce8-909f-8ca9390af63e">
      <Terms xmlns="http://schemas.microsoft.com/office/infopath/2007/PartnerControls"/>
    </lcf76f155ced4ddcb4097134ff3c332f>
    <TaxCatchAll xmlns="20867c8d-1cc9-4acd-a073-94634f6a764f" xsi:nil="true"/>
    <SharedWithUsers xmlns="97020f62-d699-43c4-bf49-e304984b84cf">
      <UserInfo>
        <DisplayName>Black, Michael</DisplayName>
        <AccountId>16145</AccountId>
        <AccountType/>
      </UserInfo>
      <UserInfo>
        <DisplayName>Morris, Steven</DisplayName>
        <AccountId>60</AccountId>
        <AccountType/>
      </UserInfo>
      <UserInfo>
        <DisplayName>Norris, Kamesha</DisplayName>
        <AccountId>4544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70D6BBF2E1644A8865B69F43CAEC07" ma:contentTypeVersion="14" ma:contentTypeDescription="Create a new document." ma:contentTypeScope="" ma:versionID="ac6fcceb50eb88107d448b763435efce">
  <xsd:schema xmlns:xsd="http://www.w3.org/2001/XMLSchema" xmlns:xs="http://www.w3.org/2001/XMLSchema" xmlns:p="http://schemas.microsoft.com/office/2006/metadata/properties" xmlns:ns2="f3b743dd-490c-4ce8-909f-8ca9390af63e" xmlns:ns3="97020f62-d699-43c4-bf49-e304984b84cf" xmlns:ns4="20867c8d-1cc9-4acd-a073-94634f6a764f" targetNamespace="http://schemas.microsoft.com/office/2006/metadata/properties" ma:root="true" ma:fieldsID="0154c5881f3d6adf3ea5930e53a04993" ns2:_="" ns3:_="" ns4:_="">
    <xsd:import namespace="f3b743dd-490c-4ce8-909f-8ca9390af63e"/>
    <xsd:import namespace="97020f62-d699-43c4-bf49-e304984b84cf"/>
    <xsd:import namespace="20867c8d-1cc9-4acd-a073-94634f6a76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b743dd-490c-4ce8-909f-8ca9390af6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cf906e-e933-44a8-8421-1c91ada6f1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20f62-d699-43c4-bf49-e304984b84c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867c8d-1cc9-4acd-a073-94634f6a764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478b58f-e6f1-4350-932a-4990099ecabb}" ma:internalName="TaxCatchAll" ma:showField="CatchAllData" ma:web="97020f62-d699-43c4-bf49-e304984b84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D7DAB7-FC93-48FE-8013-99897132DD7B}">
  <ds:schemaRefs>
    <ds:schemaRef ds:uri="http://schemas.microsoft.com/office/2006/documentManagement/types"/>
    <ds:schemaRef ds:uri="f3b743dd-490c-4ce8-909f-8ca9390af63e"/>
    <ds:schemaRef ds:uri="http://purl.org/dc/terms/"/>
    <ds:schemaRef ds:uri="http://purl.org/dc/dcmitype/"/>
    <ds:schemaRef ds:uri="97020f62-d699-43c4-bf49-e304984b84cf"/>
    <ds:schemaRef ds:uri="http://purl.org/dc/elements/1.1/"/>
    <ds:schemaRef ds:uri="http://schemas.microsoft.com/office/2006/metadata/properties"/>
    <ds:schemaRef ds:uri="20867c8d-1cc9-4acd-a073-94634f6a764f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18233F5-9E4C-47FE-9692-41E80086EE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A45798-CE07-4DA8-B625-3A6427A020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b743dd-490c-4ce8-909f-8ca9390af63e"/>
    <ds:schemaRef ds:uri="97020f62-d699-43c4-bf49-e304984b84cf"/>
    <ds:schemaRef ds:uri="20867c8d-1cc9-4acd-a073-94634f6a76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5685</TotalTime>
  <Words>885</Words>
  <Application>Microsoft Office PowerPoint</Application>
  <PresentationFormat>Widescreen</PresentationFormat>
  <Paragraphs>239</Paragraphs>
  <Slides>29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Wingdings</vt:lpstr>
      <vt:lpstr>Office Theme</vt:lpstr>
      <vt:lpstr>PowerPoint Presentation</vt:lpstr>
      <vt:lpstr>Toxicokinetic Chemical Simulator (ToCS): A Graphical User Interface for High-Throughput Chemical Analysis</vt:lpstr>
      <vt:lpstr>Session II:  Concentration-Time Profile Module</vt:lpstr>
      <vt:lpstr>PBTK Modeling Overview</vt:lpstr>
      <vt:lpstr>Available Dosing Scenarios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  <vt:lpstr>10-Minute Break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FDA PowerPoint Presentation Template</dc:title>
  <dc:subject>A presentation template for authors to structure FDA branded presentations.</dc:subject>
  <dc:creator>U.S. Food and Drug Administration</dc:creator>
  <cp:keywords>Template, FDA, Presentation, branding, monogram</cp:keywords>
  <cp:lastModifiedBy>Leonard, Kristen *</cp:lastModifiedBy>
  <cp:revision>102</cp:revision>
  <dcterms:created xsi:type="dcterms:W3CDTF">2021-08-12T14:41:37Z</dcterms:created>
  <dcterms:modified xsi:type="dcterms:W3CDTF">2025-12-01T16:54:57Z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0x010100AB70D6BBF2E1644A8865B69F43CAEC07</vt:lpwstr>
  </property>
  <property fmtid="{D5CDD505-2E9C-101B-9397-08002B2CF9AE}" pid="3" name="MediaServiceImageTags">
    <vt:lpwstr/>
  </property>
</Properties>
</file>